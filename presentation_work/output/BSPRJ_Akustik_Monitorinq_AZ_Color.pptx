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80e4fb65fe47aa" /><Relationship Type="http://schemas.openxmlformats.org/officeDocument/2006/relationships/extended-properties" Target="/docProps/app.xml" Id="Rca130778f6f74cef" /><Relationship Type="http://schemas.openxmlformats.org/officeDocument/2006/relationships/officeDocument" Target="/ppt/presentation.xml" Id="Rccd30375c09347b3" /></Relationships>
</file>

<file path=ppt/presentation.xml><?xml version="1.0" encoding="utf-8"?>
<p:presentation xmlns:p="http://schemas.openxmlformats.org/presentationml/2006/main">
  <p:sldMasterIdLst>
    <p:sldMasterId xmlns:r="http://schemas.openxmlformats.org/officeDocument/2006/relationships" id="2147483648" r:id="R08e422ca69764930"/>
  </p:sldMasterIdLst>
  <p:notesMasterIdLst>
    <p:notesMasterId xmlns:r="http://schemas.openxmlformats.org/officeDocument/2006/relationships" r:id="R5d184e7b78d34424"/>
  </p:notesMasterIdLst>
  <p:sldIdLst>
    <p:sldId xmlns:r="http://schemas.openxmlformats.org/officeDocument/2006/relationships" id="256" r:id="R75df00f22a554110"/>
    <p:sldId xmlns:r="http://schemas.openxmlformats.org/officeDocument/2006/relationships" id="257" r:id="Re077b2ff7f154cd0"/>
    <p:sldId xmlns:r="http://schemas.openxmlformats.org/officeDocument/2006/relationships" id="258" r:id="R50ef364f916e4fc3"/>
    <p:sldId xmlns:r="http://schemas.openxmlformats.org/officeDocument/2006/relationships" id="259" r:id="R5afc6f1712c74810"/>
    <p:sldId xmlns:r="http://schemas.openxmlformats.org/officeDocument/2006/relationships" id="260" r:id="R82926c1822a54b64"/>
    <p:sldId xmlns:r="http://schemas.openxmlformats.org/officeDocument/2006/relationships" id="261" r:id="Rb935f880f4c34738"/>
    <p:sldId xmlns:r="http://schemas.openxmlformats.org/officeDocument/2006/relationships" id="262" r:id="Rc77993ce767b48fe"/>
    <p:sldId xmlns:r="http://schemas.openxmlformats.org/officeDocument/2006/relationships" id="263" r:id="R05f5479c6b5c4fd9"/>
    <p:sldId xmlns:r="http://schemas.openxmlformats.org/officeDocument/2006/relationships" id="264" r:id="R6dcaf54031474b60"/>
    <p:sldId xmlns:r="http://schemas.openxmlformats.org/officeDocument/2006/relationships" id="265" r:id="R2a5dfec326b74a27"/>
    <p:sldId xmlns:r="http://schemas.openxmlformats.org/officeDocument/2006/relationships" id="266" r:id="R579967a460c648ec"/>
    <p:sldId xmlns:r="http://schemas.openxmlformats.org/officeDocument/2006/relationships" id="267" r:id="R9eaac976c2e346ea"/>
    <p:sldId xmlns:r="http://schemas.openxmlformats.org/officeDocument/2006/relationships" id="268" r:id="R4acc3d150a324dbc"/>
    <p:sldId xmlns:r="http://schemas.openxmlformats.org/officeDocument/2006/relationships" id="269" r:id="R56f266132b14443f"/>
    <p:sldId xmlns:r="http://schemas.openxmlformats.org/officeDocument/2006/relationships" id="270" r:id="R86144aa5b66846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3f1f4dcf234ee7" /><Relationship Type="http://schemas.openxmlformats.org/officeDocument/2006/relationships/slideMaster" Target="/ppt/slideMasters/slideMaster1.xml" Id="R08e422ca69764930" /><Relationship Type="http://schemas.openxmlformats.org/officeDocument/2006/relationships/notesMaster" Target="/ppt/notesMasters/notesMaster1.xml" Id="R5d184e7b78d34424" /><Relationship Type="http://schemas.openxmlformats.org/officeDocument/2006/relationships/presProps" Target="/ppt/presProps.xml" Id="Rca0a0d83c11d423d" /><Relationship Type="http://schemas.openxmlformats.org/officeDocument/2006/relationships/tableStyles" Target="/ppt/tableStyles.xml" Id="Rb31c1e5e22f840b2" /><Relationship Type="http://schemas.openxmlformats.org/officeDocument/2006/relationships/slide" Target="/ppt/slides/slide1.xml" Id="R75df00f22a554110" /><Relationship Type="http://schemas.openxmlformats.org/officeDocument/2006/relationships/slide" Target="/ppt/slides/slide2.xml" Id="Re077b2ff7f154cd0" /><Relationship Type="http://schemas.openxmlformats.org/officeDocument/2006/relationships/slide" Target="/ppt/slides/slide3.xml" Id="R50ef364f916e4fc3" /><Relationship Type="http://schemas.openxmlformats.org/officeDocument/2006/relationships/slide" Target="/ppt/slides/slide4.xml" Id="R5afc6f1712c74810" /><Relationship Type="http://schemas.openxmlformats.org/officeDocument/2006/relationships/slide" Target="/ppt/slides/slide5.xml" Id="R82926c1822a54b64" /><Relationship Type="http://schemas.openxmlformats.org/officeDocument/2006/relationships/slide" Target="/ppt/slides/slide6.xml" Id="Rb935f880f4c34738" /><Relationship Type="http://schemas.openxmlformats.org/officeDocument/2006/relationships/slide" Target="/ppt/slides/slide7.xml" Id="Rc77993ce767b48fe" /><Relationship Type="http://schemas.openxmlformats.org/officeDocument/2006/relationships/slide" Target="/ppt/slides/slide8.xml" Id="R05f5479c6b5c4fd9" /><Relationship Type="http://schemas.openxmlformats.org/officeDocument/2006/relationships/slide" Target="/ppt/slides/slide9.xml" Id="R6dcaf54031474b60" /><Relationship Type="http://schemas.openxmlformats.org/officeDocument/2006/relationships/slide" Target="/ppt/slides/slide10.xml" Id="R2a5dfec326b74a27" /><Relationship Type="http://schemas.openxmlformats.org/officeDocument/2006/relationships/slide" Target="/ppt/slides/slide11.xml" Id="R579967a460c648ec" /><Relationship Type="http://schemas.openxmlformats.org/officeDocument/2006/relationships/slide" Target="/ppt/slides/slide12.xml" Id="R9eaac976c2e346ea" /><Relationship Type="http://schemas.openxmlformats.org/officeDocument/2006/relationships/slide" Target="/ppt/slides/slide13.xml" Id="R4acc3d150a324dbc" /><Relationship Type="http://schemas.openxmlformats.org/officeDocument/2006/relationships/slide" Target="/ppt/slides/slide14.xml" Id="R56f266132b14443f" /><Relationship Type="http://schemas.openxmlformats.org/officeDocument/2006/relationships/slide" Target="/ppt/slides/slide15.xml" Id="R86144aa5b66846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48c979b9aa42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6945bdc11c4ffd" /><Relationship Type="http://schemas.openxmlformats.org/officeDocument/2006/relationships/notesMaster" Target="/ppt/notesMasters/notesMaster1.xml" Id="R574590bc994444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e8497e7032410c" /><Relationship Type="http://schemas.openxmlformats.org/officeDocument/2006/relationships/notesMaster" Target="/ppt/notesMasters/notesMaster1.xml" Id="R4b4aa99ed8ae47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c527442cb04927" /><Relationship Type="http://schemas.openxmlformats.org/officeDocument/2006/relationships/notesMaster" Target="/ppt/notesMasters/notesMaster1.xml" Id="R0520f3d3540643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f51f3be8494ecf" /><Relationship Type="http://schemas.openxmlformats.org/officeDocument/2006/relationships/notesMaster" Target="/ppt/notesMasters/notesMaster1.xml" Id="Rfea558570ee845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5446bec1124414" /><Relationship Type="http://schemas.openxmlformats.org/officeDocument/2006/relationships/notesMaster" Target="/ppt/notesMasters/notesMaster1.xml" Id="Rc855389713114d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e93a19c5284bf1" /><Relationship Type="http://schemas.openxmlformats.org/officeDocument/2006/relationships/notesMaster" Target="/ppt/notesMasters/notesMaster1.xml" Id="Rb67906264c9a48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0fa29fe804d25" /><Relationship Type="http://schemas.openxmlformats.org/officeDocument/2006/relationships/notesMaster" Target="/ppt/notesMasters/notesMaster1.xml" Id="R006cbbf912b84c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25b67d1bea4683" /><Relationship Type="http://schemas.openxmlformats.org/officeDocument/2006/relationships/notesMaster" Target="/ppt/notesMasters/notesMaster1.xml" Id="R7a3d7a148e584d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8759f3cffd44dc" /><Relationship Type="http://schemas.openxmlformats.org/officeDocument/2006/relationships/notesMaster" Target="/ppt/notesMasters/notesMaster1.xml" Id="R3d5948dedf7841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7c19b8ddb045c4" /><Relationship Type="http://schemas.openxmlformats.org/officeDocument/2006/relationships/notesMaster" Target="/ppt/notesMasters/notesMaster1.xml" Id="Rc5f35fab1b8943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790cb7d9b14968" /><Relationship Type="http://schemas.openxmlformats.org/officeDocument/2006/relationships/notesMaster" Target="/ppt/notesMasters/notesMaster1.xml" Id="Rc236a09d807c45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2c9e283bb545a3" /><Relationship Type="http://schemas.openxmlformats.org/officeDocument/2006/relationships/notesMaster" Target="/ppt/notesMasters/notesMaster1.xml" Id="Ra150bb75053544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29d6e000694219" /><Relationship Type="http://schemas.openxmlformats.org/officeDocument/2006/relationships/notesMaster" Target="/ppt/notesMasters/notesMaster1.xml" Id="Rd87792de4b404e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36c17475294a47" /><Relationship Type="http://schemas.openxmlformats.org/officeDocument/2006/relationships/notesMaster" Target="/ppt/notesMasters/notesMaster1.xml" Id="Rd67df5521be647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7b814c7efc45a1" /><Relationship Type="http://schemas.openxmlformats.org/officeDocument/2006/relationships/notesMaster" Target="/ppt/notesMasters/notesMaster1.xml" Id="R52e31d501c6241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Əsas sualımız budur: müşahidə nöqtəsində gündüz, axşam və gecə üçün tipik səs səviyyəsi nədir? Bunun üçün kalibrasiya edilmiş dB(A) qiymətləndirməsindən və etibarlı ölçmə müddətindən istifadə edirik. Orta səviyyə ilə yanaşı, ən çox müşahidə olunan sinfi göstəririk. Son məqsəd bu nəticələri məkanla əlaqələndirmək və cihazın real batareya rejimində davamlı işləməsini təsdiqləməkdir. Mənbə: istifadəçinin təqdim etdiyi ilkin PPTX və BSPRJ layihə qeydləri (memory.md, progress.md). Vaxt: 50 saniyə. Mikrofonun xam siqnalını birbaşa dB kimi təqdim etmirik. Sistem A-vəznləmə tətbiq edir, qəbul edilmiş kalibrasiya ofsetindən istifadə edir və etibarlı nümunələr üzrə səs enerjisini toplayır. On dəqiqəlik Leq həmin müddətin ekvivalent səviyyəsidir. DAY, EVE və NGT hesablamalarında etibarlı ölçmə müddəti çəkidir. dB qiymətlərinin sadə ədədi ortası səs enerjisini düzgün ifadə etmir. Mikrofonun LOW və CLIP diaqnostikası ayrıca nəzarətdə qalır. Mənbə: istifadəçinin təqdim etdiyi ilkin PPTX və BSPRJ layihə qeydləri (memory.md, progress.md). Mikrofon konstruksiyasının fotosu ilkin PPTX-dəndir.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ilkin təqdimatda olan real Summary ekranının yuxarı hissəsidir. İstifadəçi orta dB(A), tipik səviyyə, həmin səviyyənin payı və məlumatın tamlığını görür. OK, PARTIAL və NO DATA fərqli vəziyyətlərdir. PARTIAL olduqda dövrün tam ölçüldüyünü iddia etmək olmaz. Sheets-də Summary, Measurements və Charts əsas istifadəçi görünüşləridir. Telegram nəticələrə və cihazın vəziyyətinə çıxış verir. MQTT, Datacake və AppSheet üzrə tam qəbul yoxlamaları ayrıca açıq qalır. Mənbə: ilkin PPTX, image22.jpg; GOOGLE_SHEETS_MANUAL.md; BSPRJ memory.md, tasks 110 və 112. Vaxt: 45 saniyə. Pilot nöqtə ilkin təqdimatda Bakı, Mir Cəlal küçəsi, Zərifə Əliyeva parkının yaxınlığı kimi göstərilib. Lokal on dəqiqəlik jurnal əsas ölçmə ardıcıllığını saxlayır. T11 paketində build 158 üzrə 312 pəncərənin hamısında dB məlumatı var, etibarlı audio 99–100 faizdir, klip yoxdur və lokal nəticələr Google Sheets ilə eynidir. Enerji kəsintiləri və natamam dövrlər isə ayrıca işarələnir. Üç yüz on iki pəncərəni bütöv fasiləsiz avtonom sınaq kimi təqdim etmirik. Mənbə: ilkin PPTX, slayd 11; BSPRJ memory.md, 2026-09-26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3201fc29446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f22e13ea604a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1f3701e89f42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083ab4a65448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4f9ffa923d4f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c543ad419c4f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A64773-0455-4687-8541-F6A7625D20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AEE846-7117-47FA-AE29-FB212237DF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2CE92A-E703-4766-B209-58EA5362A0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1BCB57-6175-4A9D-B3DF-C3CDC55B0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307998-F6B3-48AD-8B8C-549202FD71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E0E5B6-3FC9-4EB9-B593-FA1CC35DAA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9C5031-56C4-42CD-970E-5525E9CFE5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C2F5AB-53F0-4A8F-91F1-D2CB55485F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A73631-34B1-4C69-A7DF-76A916BAC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A7AF97-6879-40E6-A48E-D4F2E139BC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79017d758d44ec" /><Relationship Type="http://schemas.openxmlformats.org/officeDocument/2006/relationships/slideLayout" Target="/ppt/slideLayouts/slideLayout1.xml" Id="R38502d492f3542d5" /><Relationship Type="http://schemas.openxmlformats.org/officeDocument/2006/relationships/slideLayout" Target="/ppt/slideLayouts/slideLayout2.xml" Id="Reefacd02621e4eb7" /><Relationship Type="http://schemas.openxmlformats.org/officeDocument/2006/relationships/slideLayout" Target="/ppt/slideLayouts/slideLayout3.xml" Id="R56bd287324764853" /><Relationship Type="http://schemas.openxmlformats.org/officeDocument/2006/relationships/slideLayout" Target="/ppt/slideLayouts/slideLayout4.xml" Id="Raa699517c6d24808" /><Relationship Type="http://schemas.openxmlformats.org/officeDocument/2006/relationships/slideLayout" Target="/ppt/slideLayouts/slideLayout5.xml" Id="R942baa2632cb4235" /><Relationship Type="http://schemas.openxmlformats.org/officeDocument/2006/relationships/slideLayout" Target="/ppt/slideLayouts/slideLayout6.xml" Id="R4a1e27dcb6e848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502d492f3542d5"/>
    <p:sldLayoutId xmlns:r="http://schemas.openxmlformats.org/officeDocument/2006/relationships" id="2147483650" r:id="Reefacd02621e4eb7"/>
    <p:sldLayoutId xmlns:r="http://schemas.openxmlformats.org/officeDocument/2006/relationships" id="2147483651" r:id="R56bd287324764853"/>
    <p:sldLayoutId xmlns:r="http://schemas.openxmlformats.org/officeDocument/2006/relationships" id="2147483652" r:id="Raa699517c6d24808"/>
    <p:sldLayoutId xmlns:r="http://schemas.openxmlformats.org/officeDocument/2006/relationships" id="2147483653" r:id="R942baa2632cb4235"/>
    <p:sldLayoutId xmlns:r="http://schemas.openxmlformats.org/officeDocument/2006/relationships" id="2147483654" r:id="R4a1e27dcb6e848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d0a64ed5824151" /><Relationship Type="http://schemas.openxmlformats.org/officeDocument/2006/relationships/image" Target="/ppt/media/image.jpeg" Id="Rf5134f0dfe9a4a51" /><Relationship Type="http://schemas.openxmlformats.org/officeDocument/2006/relationships/image" Target="/ppt/media/image.png" Id="R9a72f57d2fba40dd" /><Relationship Type="http://schemas.openxmlformats.org/officeDocument/2006/relationships/notesSlide" Target="/ppt/notesSlides/notesSlide1.xml" Id="Ra657977a0f7e4b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3db43408914755" /><Relationship Type="http://schemas.openxmlformats.org/officeDocument/2006/relationships/image" Target="/ppt/media/image2.jpeg" Id="R5cb25676054b4e90" /><Relationship Type="http://schemas.openxmlformats.org/officeDocument/2006/relationships/notesSlide" Target="/ppt/notesSlides/notesSlide2.xml" Id="R4e12df1281f845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70eaaa965e4631" /><Relationship Type="http://schemas.openxmlformats.org/officeDocument/2006/relationships/notesSlide" Target="/ppt/notesSlides/notesSlide3.xml" Id="R3abbfabc58d340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2e6fd0772144e2" /><Relationship Type="http://schemas.openxmlformats.org/officeDocument/2006/relationships/notesSlide" Target="/ppt/notesSlides/notesSlide4.xml" Id="Rfc3367622e5340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a20a3cd28841b8" /><Relationship Type="http://schemas.openxmlformats.org/officeDocument/2006/relationships/image" Target="/ppt/media/image2.png" Id="Ra5d070e60ff94063" /><Relationship Type="http://schemas.openxmlformats.org/officeDocument/2006/relationships/notesSlide" Target="/ppt/notesSlides/notesSlide5.xml" Id="R9cd93acf815f46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f4478f648f460d" /><Relationship Type="http://schemas.openxmlformats.org/officeDocument/2006/relationships/image" Target="/ppt/media/image3.png" Id="Ra493c1c3913e4a83" /><Relationship Type="http://schemas.openxmlformats.org/officeDocument/2006/relationships/notesSlide" Target="/ppt/notesSlides/notesSlide6.xml" Id="Rb9669431b52c4b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66f0f0ab124e8a" /><Relationship Type="http://schemas.openxmlformats.org/officeDocument/2006/relationships/image" Target="/ppt/media/image4.png" Id="R8409df2f714d4b39" /><Relationship Type="http://schemas.openxmlformats.org/officeDocument/2006/relationships/notesSlide" Target="/ppt/notesSlides/notesSlide7.xml" Id="R5deb39ea527d4b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26fb1676744cd3" /><Relationship Type="http://schemas.openxmlformats.org/officeDocument/2006/relationships/notesSlide" Target="/ppt/notesSlides/notesSlide8.xml" Id="Re044afa1d86a4f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21bd8063284239" /><Relationship Type="http://schemas.openxmlformats.org/officeDocument/2006/relationships/notesSlide" Target="/ppt/notesSlides/notesSlide9.xml" Id="R6b6091f9350441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65a7b29c7e4a78" /><Relationship Type="http://schemas.openxmlformats.org/officeDocument/2006/relationships/chart" Target="/ppt/slides/charts/chart1.xml" Id="R1869b57320fe45d2" /><Relationship Type="http://schemas.openxmlformats.org/officeDocument/2006/relationships/notesSlide" Target="/ppt/notesSlides/notesSlide10.xml" Id="R2c6ccb4db15a40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6094a1422744ea" /><Relationship Type="http://schemas.openxmlformats.org/officeDocument/2006/relationships/image" Target="/ppt/media/image5.png" Id="R50648c0cf9c44708" /><Relationship Type="http://schemas.openxmlformats.org/officeDocument/2006/relationships/notesSlide" Target="/ppt/notesSlides/notesSlide11.xml" Id="Rbd64eaf5b00840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6ebe96c4d04558" /><Relationship Type="http://schemas.openxmlformats.org/officeDocument/2006/relationships/image" Target="/ppt/media/image3.jpeg" Id="R4976881215ab4c54" /><Relationship Type="http://schemas.openxmlformats.org/officeDocument/2006/relationships/notesSlide" Target="/ppt/notesSlides/notesSlide12.xml" Id="R0b130fb972e049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0d9d8741a94e2a" /><Relationship Type="http://schemas.openxmlformats.org/officeDocument/2006/relationships/image" Target="/ppt/media/image6.png" Id="Ra639d1fb6da04ddb" /><Relationship Type="http://schemas.openxmlformats.org/officeDocument/2006/relationships/notesSlide" Target="/ppt/notesSlides/notesSlide13.xml" Id="R724ad61ab5994d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625bbaf2134976" /><Relationship Type="http://schemas.openxmlformats.org/officeDocument/2006/relationships/notesSlide" Target="/ppt/notesSlides/notesSlide14.xml" Id="R5448e568b45c46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4ba0f71d9944760" /><Relationship Type="http://schemas.openxmlformats.org/officeDocument/2006/relationships/notesSlide" Target="/ppt/notesSlides/notesSlide15.xml" Id="R28de642b645549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EA8036-C494-482D-A75B-BCCB7C47F8C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01 / 15</a:t>
            </a:r>
          </a:p>
        </p:txBody>
      </p:sp>
      <p:pic>
        <p:nvPicPr>
          <p:cNvPr id="2" name="">
            <a:extLst xmlns:a="http://schemas.openxmlformats.org/drawingml/2006/main">
              <a:ext uri="{FF2B5EF4-FFF2-40B4-BE49-F238E27FC236}">
                <a16:creationId xmlns:a16="http://schemas.microsoft.com/office/drawing/2014/main" id="{4937002B-9A20-4095-A9F6-8822450DFECA}"/>
              </a:ext>
            </a:extLst>
          </p:cNvPr>
          <p:cNvPicPr>
            <a:picLocks xmlns:a="http://schemas.openxmlformats.org/drawingml/2006/main" noChangeAspect="1"/>
          </p:cNvPicPr>
          <p:nvPr/>
        </p:nvPicPr>
        <p:blipFill>
          <a:blip xmlns:r="http://schemas.openxmlformats.org/officeDocument/2006/relationships" xmlns:a="http://schemas.openxmlformats.org/drawingml/2006/main" r:embed="Rf5134f0dfe9a4a51"/>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48DDD9-B00E-40FB-A3B7-663625D16023}"/>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BA2D9895-436D-4D50-915E-BDDF853F3BBE}"/>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Şəhərin səsini</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ölçürük</a:t>
            </a:r>
          </a:p>
        </p:txBody>
      </p:sp>
      <p:sp>
        <p:nvSpPr>
          <p:cNvPr id="5" name="">
            <a:extLst xmlns:a="http://schemas.openxmlformats.org/drawingml/2006/main">
              <a:ext uri="{FF2B5EF4-FFF2-40B4-BE49-F238E27FC236}">
                <a16:creationId xmlns:a16="http://schemas.microsoft.com/office/drawing/2014/main" id="{46E85729-2BAC-49A5-9994-78AA725A19A8}"/>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5EF5A3D8-4531-4836-9A58-538BD7AD2A96}"/>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9CA1A985-14F8-4FAB-925E-235231CC339D}"/>
              </a:ext>
            </a:extLst>
          </p:cNvPr>
          <p:cNvPicPr>
            <a:picLocks xmlns:a="http://schemas.openxmlformats.org/drawingml/2006/main" noChangeAspect="1"/>
          </p:cNvPicPr>
          <p:nvPr/>
        </p:nvPicPr>
        <p:blipFill>
          <a:blip xmlns:r="http://schemas.openxmlformats.org/officeDocument/2006/relationships" xmlns:a="http://schemas.openxmlformats.org/drawingml/2006/main" r:embed="R9a72f57d2fba40dd"/>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2037033657"/>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33B876-80A4-4645-8409-45FA553E797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A107CB7F-C0AA-4991-B53E-763D4D42613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02 / 15</a:t>
            </a:r>
          </a:p>
        </p:txBody>
      </p:sp>
      <p:pic>
        <p:nvPicPr>
          <p:cNvPr id="3" name="">
            <a:extLst xmlns:a="http://schemas.openxmlformats.org/drawingml/2006/main">
              <a:ext uri="{FF2B5EF4-FFF2-40B4-BE49-F238E27FC236}">
                <a16:creationId xmlns:a16="http://schemas.microsoft.com/office/drawing/2014/main" id="{E4F2B405-3F8E-4869-88E2-091BD276994F}"/>
              </a:ext>
            </a:extLst>
          </p:cNvPr>
          <p:cNvPicPr>
            <a:picLocks xmlns:a="http://schemas.openxmlformats.org/drawingml/2006/main" noChangeAspect="1"/>
          </p:cNvPicPr>
          <p:nvPr/>
        </p:nvPicPr>
        <p:blipFill>
          <a:blip xmlns:r="http://schemas.openxmlformats.org/officeDocument/2006/relationships" xmlns:a="http://schemas.openxmlformats.org/drawingml/2006/main" r:embed="R5cb25676054b4e90"/>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6F1052-C849-489C-A832-B145B798D739}"/>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9EB9721F-99AE-47FF-9712-3D7F5B370813}"/>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9F65CC89-DFA0-488A-8E16-C6D70806AC50}"/>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D0AEFA62-8F0D-4CBB-81C8-43E1C518133B}"/>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435573931"/>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D56B81-4B53-4D54-8AE0-6982DA72AC4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5FD0CFF7-E3F6-4183-8304-C6F456BDAEC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03 / 15</a:t>
            </a:r>
          </a:p>
        </p:txBody>
      </p:sp>
      <p:sp>
        <p:nvSpPr>
          <p:cNvPr id="3" name="">
            <a:extLst xmlns:a="http://schemas.openxmlformats.org/drawingml/2006/main">
              <a:ext uri="{FF2B5EF4-FFF2-40B4-BE49-F238E27FC236}">
                <a16:creationId xmlns:a16="http://schemas.microsoft.com/office/drawing/2014/main" id="{1F186F98-715E-47B2-865A-AD3047443F3F}"/>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65D00CEF-91FA-433C-B0DF-E89914A35895}"/>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4037FF7F-B550-4DC9-B63F-056C3FC3BF71}"/>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E2CC9DF8-FAA8-4A83-BF4A-916C258E694A}"/>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530584B6-373A-42AB-B504-ECC9C1059101}"/>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E3AC678C-57E5-4B02-9C63-A4F67DA04C0E}"/>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814032031"/>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CB7803-7864-4288-9DEE-6F4032DC73A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76A3A424-46CB-40B8-8B52-793C4215FA3E}"/>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04 / 15</a:t>
            </a:r>
          </a:p>
        </p:txBody>
      </p:sp>
      <p:sp>
        <p:nvSpPr>
          <p:cNvPr id="3" name="">
            <a:extLst xmlns:a="http://schemas.openxmlformats.org/drawingml/2006/main">
              <a:ext uri="{FF2B5EF4-FFF2-40B4-BE49-F238E27FC236}">
                <a16:creationId xmlns:a16="http://schemas.microsoft.com/office/drawing/2014/main" id="{E8C18D58-F7CA-4C9D-9064-D93C96340ADF}"/>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73538ACB-06AB-44B8-8F32-1530DCE0E23D}"/>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F04B39CC-4A7E-4075-B0B5-7DCC1F477906}"/>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50FED4BD-E221-4C10-A7A2-E5F08B0B5341}"/>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BFBEA70D-AD1A-4A68-A424-D161446DDDCA}"/>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AEB18A80-7F1F-4C04-B4ED-DE819C8198EE}"/>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0B9F9572-273E-42AF-B70F-942605E32D37}"/>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E1DD1409-367D-4D09-985A-49F2908E32FB}"/>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655765532"/>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3FF60D-776F-4733-BAE2-1993DC94FFA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A2A79C2F-205B-48FC-B6B8-91682F09DCE5}"/>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05 / 15</a:t>
            </a:r>
          </a:p>
        </p:txBody>
      </p:sp>
      <p:pic>
        <p:nvPicPr>
          <p:cNvPr id="3" name="">
            <a:extLst xmlns:a="http://schemas.openxmlformats.org/drawingml/2006/main">
              <a:ext uri="{FF2B5EF4-FFF2-40B4-BE49-F238E27FC236}">
                <a16:creationId xmlns:a16="http://schemas.microsoft.com/office/drawing/2014/main" id="{AD53C6BE-1349-490F-A9D6-4A2E07D82F27}"/>
              </a:ext>
            </a:extLst>
          </p:cNvPr>
          <p:cNvPicPr>
            <a:picLocks xmlns:a="http://schemas.openxmlformats.org/drawingml/2006/main" noChangeAspect="1"/>
          </p:cNvPicPr>
          <p:nvPr/>
        </p:nvPicPr>
        <p:blipFill>
          <a:blip xmlns:r="http://schemas.openxmlformats.org/officeDocument/2006/relationships" xmlns:a="http://schemas.openxmlformats.org/drawingml/2006/main" r:embed="Ra5d070e60ff94063"/>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0384D31-874B-4EAF-AD4C-EB90A949B20A}"/>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37A5B2B8-2299-421B-9424-9813DABBEDD4}"/>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08A45C90-525C-4108-9167-028E4D02A7C1}"/>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A576CE45-79A1-4F34-B1B2-F5DE91E352FC}"/>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334895112"/>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0E5228-3949-403C-9F33-0EEC7260155C}"/>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A5E50548-22C7-4078-8C0C-47448F68EE7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06 / 15</a:t>
            </a:r>
          </a:p>
        </p:txBody>
      </p:sp>
      <p:pic>
        <p:nvPicPr>
          <p:cNvPr id="3" name="">
            <a:extLst xmlns:a="http://schemas.openxmlformats.org/drawingml/2006/main">
              <a:ext uri="{FF2B5EF4-FFF2-40B4-BE49-F238E27FC236}">
                <a16:creationId xmlns:a16="http://schemas.microsoft.com/office/drawing/2014/main" id="{B642273A-76FA-4768-9CF6-E16D4B8D5181}"/>
              </a:ext>
            </a:extLst>
          </p:cNvPr>
          <p:cNvPicPr>
            <a:picLocks xmlns:a="http://schemas.openxmlformats.org/drawingml/2006/main" noChangeAspect="1"/>
          </p:cNvPicPr>
          <p:nvPr/>
        </p:nvPicPr>
        <p:blipFill>
          <a:blip xmlns:r="http://schemas.openxmlformats.org/officeDocument/2006/relationships" xmlns:a="http://schemas.openxmlformats.org/drawingml/2006/main" r:embed="Ra493c1c3913e4a83"/>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21DFC8-96BC-4CFE-8FFB-8D519EF91FC7}"/>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FC8E48D5-5BB5-4DA5-8063-1EB5EFD5E57D}"/>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CE7947FC-DF55-4744-AD11-11F9ED66BC97}"/>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D71EA1BE-01A4-49F0-AD76-9B37DA2E76CB}"/>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1945549453"/>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AE3D4-EF04-4337-8539-C5CC96D5E01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6FEA42C1-7CB1-4217-871B-88C2D58D2E55}"/>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07 / 15</a:t>
            </a:r>
          </a:p>
        </p:txBody>
      </p:sp>
      <p:pic>
        <p:nvPicPr>
          <p:cNvPr id="3" name="">
            <a:extLst xmlns:a="http://schemas.openxmlformats.org/drawingml/2006/main">
              <a:ext uri="{FF2B5EF4-FFF2-40B4-BE49-F238E27FC236}">
                <a16:creationId xmlns:a16="http://schemas.microsoft.com/office/drawing/2014/main" id="{69F01821-7F3F-4F2F-8523-842D59DCD246}"/>
              </a:ext>
            </a:extLst>
          </p:cNvPr>
          <p:cNvPicPr>
            <a:picLocks xmlns:a="http://schemas.openxmlformats.org/drawingml/2006/main" noChangeAspect="1"/>
          </p:cNvPicPr>
          <p:nvPr/>
        </p:nvPicPr>
        <p:blipFill>
          <a:blip xmlns:r="http://schemas.openxmlformats.org/officeDocument/2006/relationships" xmlns:a="http://schemas.openxmlformats.org/drawingml/2006/main" r:embed="R8409df2f714d4b39"/>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15889D-1FD4-4716-87BF-4C4D8D537E32}"/>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defRPr sz="1725" b="1">
                <a:solidFill>
                  <a:srgbClr val="008F95"/>
                </a:solidFill>
                <a:latin typeface="Arial"/>
                <a:ea typeface="Arial"/>
                <a:cs typeface="Arial"/>
              </a:defRPr>
            </a:pPr>
            <a:r>
              <a:rPr sz="1725" b="1">
                <a:solidFill>
                  <a:srgbClr val="008F95"/>
                </a:solidFill>
                <a:latin typeface="Arial"/>
                <a:ea typeface="Arial"/>
                <a:cs typeface="Arial"/>
              </a:rPr>
              <a:t>ESP32-C3 SuperMini + INA3221: panel, batareya və yük ayrı-ayrılıqda izlənir</a:t>
            </a:r>
          </a:p>
        </p:txBody>
      </p:sp>
    </p:spTree>
    <p:extLst>
      <p:ext uri="{BB962C8B-B14F-4D97-AF65-F5344CB8AC3E}">
        <p14:creationId xmlns:p14="http://schemas.microsoft.com/office/powerpoint/2010/main" val="49024197"/>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B4EEBD-FDA7-4922-9F2D-AE9AA159DB59}"/>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56659CE1-E47A-4E59-B5AD-FCD5B209167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08 / 15</a:t>
            </a:r>
          </a:p>
        </p:txBody>
      </p:sp>
      <p:sp>
        <p:nvSpPr>
          <p:cNvPr id="3" name="">
            <a:extLst xmlns:a="http://schemas.openxmlformats.org/drawingml/2006/main">
              <a:ext uri="{FF2B5EF4-FFF2-40B4-BE49-F238E27FC236}">
                <a16:creationId xmlns:a16="http://schemas.microsoft.com/office/drawing/2014/main" id="{44BBB142-1744-4B4A-A0CD-C308EEA1405D}"/>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378D43A9-749C-46DB-A979-414CD4593876}"/>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E546AA39-A7DF-4F5A-88FC-D58C599D1C3A}"/>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6806D6EC-5EDB-46CD-B8A6-FF8CE82C75F6}"/>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2ABEEF1E-340B-44C2-B909-68DE31563463}"/>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21293976-34AC-429B-8AC7-EB19E51394FE}"/>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55FB03AE-F8B6-4763-8CDD-0E8E23AD681E}"/>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A2E390BA-14B5-4390-B234-0E0CAA3CA321}"/>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65CBFF1E-8E12-4BA4-BD82-E70A465CB041}"/>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FA5523C1-85ED-4754-97CB-3DC234E8B470}"/>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1E653815-8879-4044-9EC5-37790532586D}"/>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1206610029"/>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62E0BB-A774-4F41-8C90-A039312B9E6F}"/>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02609FDE-5E44-42C2-B05E-CD265E1D832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09 / 15</a:t>
            </a:r>
          </a:p>
        </p:txBody>
      </p:sp>
      <p:sp>
        <p:nvSpPr>
          <p:cNvPr id="3" name="">
            <a:extLst xmlns:a="http://schemas.openxmlformats.org/drawingml/2006/main">
              <a:ext uri="{FF2B5EF4-FFF2-40B4-BE49-F238E27FC236}">
                <a16:creationId xmlns:a16="http://schemas.microsoft.com/office/drawing/2014/main" id="{DB51889A-FAEA-4864-8F44-ACF0AA263372}"/>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E2EEA1CE-856B-456E-8F65-C18D4419AE45}"/>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60C3E8A1-6F70-4037-9FEA-9FF5C2165B09}"/>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8EB9C2AC-27B0-4288-AA33-F5F1DCE1A302}"/>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FA7264E1-7A2F-4703-9034-8D05E21CC085}"/>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4AED06D4-5800-4B00-B39F-BC401E9B06A8}"/>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1BE9B987-6DF7-4EF2-ADBF-02D805CA6451}"/>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1757322586"/>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DBC479-CB94-461F-9B4A-CFBC5AE252DF}"/>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DA3B36D9-1869-47A5-8A5D-80FDB21FEB2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10 / 15</a:t>
            </a:r>
          </a:p>
        </p:txBody>
      </p:sp>
      <p:sp>
        <p:nvSpPr>
          <p:cNvPr id="3" name="">
            <a:extLst xmlns:a="http://schemas.openxmlformats.org/drawingml/2006/main">
              <a:ext uri="{FF2B5EF4-FFF2-40B4-BE49-F238E27FC236}">
                <a16:creationId xmlns:a16="http://schemas.microsoft.com/office/drawing/2014/main" id="{D042BAB3-AA2D-4D23-8883-11C794F173C2}"/>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2856F788-4296-499B-AD81-DA434FD9E04E}"/>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1869b57320fe45d2"/>
          </a:graphicData>
        </a:graphic>
      </p:graphicFrame>
      <p:sp>
        <p:nvSpPr>
          <p:cNvPr id="5" name="">
            <a:extLst xmlns:a="http://schemas.openxmlformats.org/drawingml/2006/main">
              <a:ext uri="{FF2B5EF4-FFF2-40B4-BE49-F238E27FC236}">
                <a16:creationId xmlns:a16="http://schemas.microsoft.com/office/drawing/2014/main" id="{B6A9972A-1821-4F18-B6FB-19D608E1891B}"/>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8A734B3F-498F-40C2-8608-26CC5985AA30}"/>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B6ECF39E-296C-437F-8703-9793D6158B69}"/>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D5BC0D8B-9F30-4632-834C-979BDC7F6E07}"/>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359394676"/>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FF7102-5B3C-4BB5-8403-4813B3EE3A2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CCED2301-1924-4296-929A-66C5043200EC}"/>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11 / 15</a:t>
            </a:r>
          </a:p>
        </p:txBody>
      </p:sp>
      <p:pic>
        <p:nvPicPr>
          <p:cNvPr id="3" name="">
            <a:extLst xmlns:a="http://schemas.openxmlformats.org/drawingml/2006/main">
              <a:ext uri="{FF2B5EF4-FFF2-40B4-BE49-F238E27FC236}">
                <a16:creationId xmlns:a16="http://schemas.microsoft.com/office/drawing/2014/main" id="{EE478B09-6C24-4DBC-94D6-348BF37B0AEC}"/>
              </a:ext>
            </a:extLst>
          </p:cNvPr>
          <p:cNvPicPr>
            <a:picLocks xmlns:a="http://schemas.openxmlformats.org/drawingml/2006/main" noChangeAspect="1"/>
          </p:cNvPicPr>
          <p:nvPr/>
        </p:nvPicPr>
        <p:blipFill>
          <a:blip xmlns:r="http://schemas.openxmlformats.org/officeDocument/2006/relationships" xmlns:a="http://schemas.openxmlformats.org/drawingml/2006/main" r:embed="R50648c0cf9c44708"/>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FC7C42-41EA-4995-8C0A-7E3F79334F28}"/>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BFB24BFA-03B4-44FB-AA2B-C8442ADBD385}"/>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AC9A6BBD-F25B-4C34-86B0-AA030A4F367B}"/>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64DB67A3-B3C2-4381-9107-67F22F5AF3EA}"/>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490526657"/>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EE7CC9-23A4-4869-BB62-ABA201167A68}"/>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DC76A3FD-D422-408A-A342-BA5477FF3AF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12 / 15</a:t>
            </a:r>
          </a:p>
        </p:txBody>
      </p:sp>
      <p:pic>
        <p:nvPicPr>
          <p:cNvPr id="3" name="">
            <a:extLst xmlns:a="http://schemas.openxmlformats.org/drawingml/2006/main">
              <a:ext uri="{FF2B5EF4-FFF2-40B4-BE49-F238E27FC236}">
                <a16:creationId xmlns:a16="http://schemas.microsoft.com/office/drawing/2014/main" id="{9885B5AD-F278-48EB-9E1D-481060A206A5}"/>
              </a:ext>
            </a:extLst>
          </p:cNvPr>
          <p:cNvPicPr>
            <a:picLocks xmlns:a="http://schemas.openxmlformats.org/drawingml/2006/main" noChangeAspect="1"/>
          </p:cNvPicPr>
          <p:nvPr/>
        </p:nvPicPr>
        <p:blipFill>
          <a:blip xmlns:r="http://schemas.openxmlformats.org/officeDocument/2006/relationships" xmlns:a="http://schemas.openxmlformats.org/drawingml/2006/main" r:embed="R4976881215ab4c54"/>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D4BD66A-17F8-4A37-A684-63EF816C3100}"/>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EFC44BED-50C9-4539-B58C-1203D6B66CA0}"/>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4D76DA66-9A3B-464A-ABFA-2AA30C88C9C9}"/>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1A3B3C0D-D89F-42E3-B1E6-4F8BEEA7C356}"/>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FADAD76C-A580-45CC-A967-2EB78248D8B1}"/>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1855386828"/>
      </p:ext>
    </p:extLst>
  </p:cSld>
</p:sld>
</file>

<file path=ppt/slides/slide13.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152298-A067-4852-92CD-2F35A3D9E24D}"/>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13 / 15</a:t>
            </a:r>
          </a:p>
        </p:txBody>
      </p:sp>
      <p:pic>
        <p:nvPicPr>
          <p:cNvPr id="2" name="">
            <a:extLst xmlns:a="http://schemas.openxmlformats.org/drawingml/2006/main">
              <a:ext uri="{FF2B5EF4-FFF2-40B4-BE49-F238E27FC236}">
                <a16:creationId xmlns:a16="http://schemas.microsoft.com/office/drawing/2014/main" id="{A2A9F114-55B3-4E7C-9AAA-7918EF0A7757}"/>
              </a:ext>
            </a:extLst>
          </p:cNvPr>
          <p:cNvPicPr>
            <a:picLocks xmlns:a="http://schemas.openxmlformats.org/drawingml/2006/main" noChangeAspect="1"/>
          </p:cNvPicPr>
          <p:nvPr/>
        </p:nvPicPr>
        <p:blipFill>
          <a:blip xmlns:r="http://schemas.openxmlformats.org/officeDocument/2006/relationships" xmlns:a="http://schemas.openxmlformats.org/drawingml/2006/main" r:embed="Ra639d1fb6da04d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C93890-9203-48DF-8A4D-258CC25D679C}"/>
              </a:ext>
            </a:extLst>
          </p:cNvPr>
          <p:cNvSpPr>
            <a:spLocks xmlns:a="http://schemas.openxmlformats.org/drawingml/2006/main" noGrp="1"/>
          </p:cNvSpPr>
          <p:nvPr/>
        </p:nvSpPr>
        <p:spPr>
          <a:xfrm xmlns:a="http://schemas.openxmlformats.org/drawingml/2006/main">
            <a:off x="609600" y="419100"/>
            <a:ext cx="64389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B43"/>
                </a:solidFill>
                <a:latin typeface="Arial"/>
                <a:ea typeface="Arial"/>
                <a:cs typeface="Arial"/>
              </a:defRPr>
            </a:defPPr>
          </a:lstStyle>
          <a:p xmlns:a="http://schemas.openxmlformats.org/drawingml/2006/main">
            <a:pPr>
              <a:defRPr sz="3450" b="1">
                <a:solidFill>
                  <a:srgbClr val="102B43"/>
                </a:solidFill>
                <a:latin typeface="Arial"/>
                <a:ea typeface="Arial"/>
                <a:cs typeface="Arial"/>
              </a:defRPr>
            </a:pPr>
            <a:r>
              <a:rPr sz="3450" b="1">
                <a:solidFill>
                  <a:srgbClr val="102B43"/>
                </a:solidFill>
                <a:latin typeface="Arial"/>
                <a:ea typeface="Arial"/>
                <a:cs typeface="Arial"/>
              </a:rPr>
              <a:t>Məktəb yanında</a:t>
            </a:r>
          </a:p>
          <a:p xmlns:a="http://schemas.openxmlformats.org/drawingml/2006/main">
            <a:pPr>
              <a:defRPr sz="3450" b="1">
                <a:solidFill>
                  <a:srgbClr val="102B43"/>
                </a:solidFill>
                <a:latin typeface="Arial"/>
                <a:ea typeface="Arial"/>
                <a:cs typeface="Arial"/>
              </a:defRPr>
            </a:pPr>
            <a:r>
              <a:rPr sz="3450" b="1">
                <a:solidFill>
                  <a:srgbClr val="102B43"/>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CADD4635-E93A-47DD-A132-CD4CB70A6BE8}"/>
              </a:ext>
            </a:extLst>
          </p:cNvPr>
          <p:cNvSpPr>
            <a:spLocks xmlns:a="http://schemas.openxmlformats.org/drawingml/2006/main" noGrp="1"/>
          </p:cNvSpPr>
          <p:nvPr/>
        </p:nvSpPr>
        <p:spPr>
          <a:xfrm xmlns:a="http://schemas.openxmlformats.org/drawingml/2006/main">
            <a:off x="609600" y="2038350"/>
            <a:ext cx="615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B43"/>
                </a:solidFill>
                <a:latin typeface="Arial"/>
                <a:ea typeface="Arial"/>
                <a:cs typeface="Arial"/>
              </a:defRPr>
            </a:defPPr>
          </a:lstStyle>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Gələcək quraşdırma konsepti</a:t>
            </a:r>
          </a:p>
          <a:p xmlns:a="http://schemas.openxmlformats.org/drawingml/2006/main">
            <a:pPr>
              <a:defRPr sz="1875" b="0">
                <a:solidFill>
                  <a:srgbClr val="102B43"/>
                </a:solidFill>
                <a:latin typeface="Arial"/>
                <a:ea typeface="Arial"/>
                <a:cs typeface="Arial"/>
              </a:defRPr>
            </a:pPr>
            <a:r>
              <a:rPr sz="1875" b="0">
                <a:solidFill>
                  <a:srgbClr val="102B43"/>
                </a:solidFill>
                <a:latin typeface="Arial"/>
                <a:ea typeface="Arial"/>
                <a:cs typeface="Arial"/>
              </a:rPr>
              <a:t>Süni intellektlə hazırlanmış illüstrasiya</a:t>
            </a:r>
          </a:p>
        </p:txBody>
      </p:sp>
      <p:sp>
        <p:nvSpPr>
          <p:cNvPr id="5" name="">
            <a:extLst xmlns:a="http://schemas.openxmlformats.org/drawingml/2006/main">
              <a:ext uri="{FF2B5EF4-FFF2-40B4-BE49-F238E27FC236}">
                <a16:creationId xmlns:a16="http://schemas.microsoft.com/office/drawing/2014/main" id="{250A1B22-C864-4582-9955-7A032379967C}"/>
              </a:ext>
            </a:extLst>
          </p:cNvPr>
          <p:cNvSpPr>
            <a:spLocks xmlns:a="http://schemas.openxmlformats.org/drawingml/2006/main" noGrp="1"/>
          </p:cNvSpPr>
          <p:nvPr/>
        </p:nvSpPr>
        <p:spPr>
          <a:xfrm xmlns:a="http://schemas.openxmlformats.org/drawingml/2006/main">
            <a:off x="609600" y="3409950"/>
            <a:ext cx="5619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02B43"/>
                </a:solidFill>
                <a:latin typeface="Arial"/>
                <a:ea typeface="Arial"/>
                <a:cs typeface="Arial"/>
              </a:defRPr>
            </a:defPPr>
          </a:lstStyle>
          <a:p xmlns:a="http://schemas.openxmlformats.org/drawingml/2006/main">
            <a:pPr>
              <a:defRPr sz="2325" b="1">
                <a:solidFill>
                  <a:srgbClr val="102B43"/>
                </a:solidFill>
                <a:latin typeface="Arial"/>
                <a:ea typeface="Arial"/>
                <a:cs typeface="Arial"/>
              </a:defRPr>
            </a:pPr>
            <a:r>
              <a:rPr sz="2325" b="1">
                <a:solidFill>
                  <a:srgbClr val="102B43"/>
                </a:solidFill>
                <a:latin typeface="Arial"/>
                <a:ea typeface="Arial"/>
                <a:cs typeface="Arial"/>
              </a:rPr>
              <a:t>Kiçik günəş paneli</a:t>
            </a:r>
          </a:p>
          <a:p xmlns:a="http://schemas.openxmlformats.org/drawingml/2006/main">
            <a:pPr>
              <a:defRPr sz="2325" b="1">
                <a:solidFill>
                  <a:srgbClr val="102B43"/>
                </a:solidFill>
                <a:latin typeface="Arial"/>
                <a:ea typeface="Arial"/>
                <a:cs typeface="Arial"/>
              </a:defRPr>
            </a:pPr>
            <a:r>
              <a:rPr sz="2325" b="1">
                <a:solidFill>
                  <a:srgbClr val="102B43"/>
                </a:solidFill>
                <a:latin typeface="Arial"/>
                <a:ea typeface="Arial"/>
                <a:cs typeface="Arial"/>
              </a:rPr>
              <a:t>Qorunan korpus</a:t>
            </a:r>
          </a:p>
          <a:p xmlns:a="http://schemas.openxmlformats.org/drawingml/2006/main">
            <a:pPr>
              <a:defRPr sz="2325" b="1">
                <a:solidFill>
                  <a:srgbClr val="102B43"/>
                </a:solidFill>
                <a:latin typeface="Arial"/>
                <a:ea typeface="Arial"/>
                <a:cs typeface="Arial"/>
              </a:defRPr>
            </a:pPr>
            <a:r>
              <a:rPr sz="2325" b="1">
                <a:solidFill>
                  <a:srgbClr val="102B43"/>
                </a:solidFill>
                <a:latin typeface="Arial"/>
                <a:ea typeface="Arial"/>
                <a:cs typeface="Arial"/>
              </a:rPr>
              <a:t>Zaman üzrə ölçmələr</a:t>
            </a:r>
          </a:p>
        </p:txBody>
      </p:sp>
    </p:spTree>
    <p:extLst>
      <p:ext uri="{BB962C8B-B14F-4D97-AF65-F5344CB8AC3E}">
        <p14:creationId xmlns:p14="http://schemas.microsoft.com/office/powerpoint/2010/main" val="737126320"/>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598137-7905-4F66-A0D0-7EC7E14B6CAC}"/>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5F30769F-72CC-4586-926D-47AAEE16E6EE}"/>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14 / 15</a:t>
            </a:r>
          </a:p>
        </p:txBody>
      </p:sp>
      <p:sp>
        <p:nvSpPr>
          <p:cNvPr id="3" name="">
            <a:extLst xmlns:a="http://schemas.openxmlformats.org/drawingml/2006/main">
              <a:ext uri="{FF2B5EF4-FFF2-40B4-BE49-F238E27FC236}">
                <a16:creationId xmlns:a16="http://schemas.microsoft.com/office/drawing/2014/main" id="{C339F1C5-4C2F-486E-9024-86A66B914963}"/>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64E6FC72-627D-40BD-86A7-A1E3A78C93B3}"/>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63304009-9455-47CE-885F-EF99BC217EF7}"/>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F4410A62-6C0C-4D26-A612-A61444F483B8}"/>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75459993-B9E3-4DFD-BE9C-7F705D4112A7}"/>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ECBE37FC-778F-4B64-B81D-F212BEF16357}"/>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569344200"/>
      </p:ext>
    </p:extLst>
  </p:cSld>
</p:sld>
</file>

<file path=ppt/slides/slide15.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5BDB79-0E8B-4124-AD02-E6C73FF02798}"/>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D161B4F2-33A7-4D36-93D5-8DAA06B433DC}"/>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15 / 15</a:t>
            </a:r>
          </a:p>
        </p:txBody>
      </p:sp>
      <p:sp>
        <p:nvSpPr>
          <p:cNvPr id="3" name="">
            <a:extLst xmlns:a="http://schemas.openxmlformats.org/drawingml/2006/main">
              <a:ext uri="{FF2B5EF4-FFF2-40B4-BE49-F238E27FC236}">
                <a16:creationId xmlns:a16="http://schemas.microsoft.com/office/drawing/2014/main" id="{F5DDDF81-644C-4EC9-B29A-99EE69145C46}"/>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05A19361-CC6F-4001-9AF8-95EA9F51A23B}"/>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111C3074-B914-4F5D-B8DE-F943F6DF012C}"/>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3DA70685-7188-4E0F-BEDE-0B08060A5153}"/>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87AC3396-E6F6-407A-9D9E-046B6BC33E78}"/>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1073103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2026-10-11T13:36:34.3170000Z</dcterms:created>
  <dcterms:modified xsi:type="dcterms:W3CDTF">2026-10-11T13:36:34.3170000Z</dcterms:modified>
</coreProperties>
</file>