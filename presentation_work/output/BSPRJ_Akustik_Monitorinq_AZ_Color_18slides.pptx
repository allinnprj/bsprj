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af3fc9c54643bc" /><Relationship Type="http://schemas.openxmlformats.org/officeDocument/2006/relationships/extended-properties" Target="/docProps/app.xml" Id="Reb860ce818034cf1" /><Relationship Type="http://schemas.openxmlformats.org/officeDocument/2006/relationships/officeDocument" Target="/ppt/presentation.xml" Id="Ra72e40ad8dba4c50" /></Relationships>
</file>

<file path=ppt/presentation.xml><?xml version="1.0" encoding="utf-8"?>
<p:presentation xmlns:p="http://schemas.openxmlformats.org/presentationml/2006/main">
  <p:sldMasterIdLst>
    <p:sldMasterId xmlns:r="http://schemas.openxmlformats.org/officeDocument/2006/relationships" id="2147483648" r:id="R8ca8317fc83442aa"/>
  </p:sldMasterIdLst>
  <p:notesMasterIdLst>
    <p:notesMasterId xmlns:r="http://schemas.openxmlformats.org/officeDocument/2006/relationships" r:id="Rfbbaf6f35ef74d67"/>
  </p:notesMasterIdLst>
  <p:sldIdLst>
    <p:sldId xmlns:r="http://schemas.openxmlformats.org/officeDocument/2006/relationships" id="256" r:id="R5ede07a055524e94"/>
    <p:sldId xmlns:r="http://schemas.openxmlformats.org/officeDocument/2006/relationships" id="257" r:id="R517bb7ddcc3540e3"/>
    <p:sldId xmlns:r="http://schemas.openxmlformats.org/officeDocument/2006/relationships" id="258" r:id="Red091825612d4c03"/>
    <p:sldId xmlns:r="http://schemas.openxmlformats.org/officeDocument/2006/relationships" id="259" r:id="Ra59b9ce2875145b8"/>
    <p:sldId xmlns:r="http://schemas.openxmlformats.org/officeDocument/2006/relationships" id="260" r:id="R8e2966ff49694940"/>
    <p:sldId xmlns:r="http://schemas.openxmlformats.org/officeDocument/2006/relationships" id="261" r:id="R2dae8555f7c04328"/>
    <p:sldId xmlns:r="http://schemas.openxmlformats.org/officeDocument/2006/relationships" id="262" r:id="R07be91319f1b4c2a"/>
    <p:sldId xmlns:r="http://schemas.openxmlformats.org/officeDocument/2006/relationships" id="263" r:id="Rc64c34f2f916404f"/>
    <p:sldId xmlns:r="http://schemas.openxmlformats.org/officeDocument/2006/relationships" id="264" r:id="Ra045ee82819644e6"/>
    <p:sldId xmlns:r="http://schemas.openxmlformats.org/officeDocument/2006/relationships" id="265" r:id="R6ea49f6d2b484a09"/>
    <p:sldId xmlns:r="http://schemas.openxmlformats.org/officeDocument/2006/relationships" id="266" r:id="R235f5d1a194c4bf0"/>
    <p:sldId xmlns:r="http://schemas.openxmlformats.org/officeDocument/2006/relationships" id="267" r:id="R5a732de1c00446d5"/>
    <p:sldId xmlns:r="http://schemas.openxmlformats.org/officeDocument/2006/relationships" id="268" r:id="R7bb5665ddfb44cfb"/>
    <p:sldId xmlns:r="http://schemas.openxmlformats.org/officeDocument/2006/relationships" id="269" r:id="R1e75f9447fc84a25"/>
    <p:sldId xmlns:r="http://schemas.openxmlformats.org/officeDocument/2006/relationships" id="270" r:id="R4683a0a67a984c8c"/>
    <p:sldId xmlns:r="http://schemas.openxmlformats.org/officeDocument/2006/relationships" id="271" r:id="R7a5556f3b44c4c54"/>
    <p:sldId xmlns:r="http://schemas.openxmlformats.org/officeDocument/2006/relationships" id="272" r:id="Rb0b36a96c9eb4c26"/>
    <p:sldId xmlns:r="http://schemas.openxmlformats.org/officeDocument/2006/relationships" id="273" r:id="R5d2824419bab4a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bfd96cc7b5470d" /><Relationship Type="http://schemas.openxmlformats.org/officeDocument/2006/relationships/slideMaster" Target="/ppt/slideMasters/slideMaster1.xml" Id="R8ca8317fc83442aa" /><Relationship Type="http://schemas.openxmlformats.org/officeDocument/2006/relationships/notesMaster" Target="/ppt/notesMasters/notesMaster1.xml" Id="Rfbbaf6f35ef74d67" /><Relationship Type="http://schemas.openxmlformats.org/officeDocument/2006/relationships/presProps" Target="/ppt/presProps.xml" Id="Rc7bf7a963c914527" /><Relationship Type="http://schemas.openxmlformats.org/officeDocument/2006/relationships/tableStyles" Target="/ppt/tableStyles.xml" Id="R9e52ebc68a004de2" /><Relationship Type="http://schemas.openxmlformats.org/officeDocument/2006/relationships/slide" Target="/ppt/slides/slide1.xml" Id="R5ede07a055524e94" /><Relationship Type="http://schemas.openxmlformats.org/officeDocument/2006/relationships/slide" Target="/ppt/slides/slide2.xml" Id="R517bb7ddcc3540e3" /><Relationship Type="http://schemas.openxmlformats.org/officeDocument/2006/relationships/slide" Target="/ppt/slides/slide3.xml" Id="Red091825612d4c03" /><Relationship Type="http://schemas.openxmlformats.org/officeDocument/2006/relationships/slide" Target="/ppt/slides/slide4.xml" Id="Ra59b9ce2875145b8" /><Relationship Type="http://schemas.openxmlformats.org/officeDocument/2006/relationships/slide" Target="/ppt/slides/slide5.xml" Id="R8e2966ff49694940" /><Relationship Type="http://schemas.openxmlformats.org/officeDocument/2006/relationships/slide" Target="/ppt/slides/slide6.xml" Id="R2dae8555f7c04328" /><Relationship Type="http://schemas.openxmlformats.org/officeDocument/2006/relationships/slide" Target="/ppt/slides/slide7.xml" Id="R07be91319f1b4c2a" /><Relationship Type="http://schemas.openxmlformats.org/officeDocument/2006/relationships/slide" Target="/ppt/slides/slide8.xml" Id="Rc64c34f2f916404f" /><Relationship Type="http://schemas.openxmlformats.org/officeDocument/2006/relationships/slide" Target="/ppt/slides/slide9.xml" Id="Ra045ee82819644e6" /><Relationship Type="http://schemas.openxmlformats.org/officeDocument/2006/relationships/slide" Target="/ppt/slides/slide10.xml" Id="R6ea49f6d2b484a09" /><Relationship Type="http://schemas.openxmlformats.org/officeDocument/2006/relationships/slide" Target="/ppt/slides/slide11.xml" Id="R235f5d1a194c4bf0" /><Relationship Type="http://schemas.openxmlformats.org/officeDocument/2006/relationships/slide" Target="/ppt/slides/slide12.xml" Id="R5a732de1c00446d5" /><Relationship Type="http://schemas.openxmlformats.org/officeDocument/2006/relationships/slide" Target="/ppt/slides/slide13.xml" Id="R7bb5665ddfb44cfb" /><Relationship Type="http://schemas.openxmlformats.org/officeDocument/2006/relationships/slide" Target="/ppt/slides/slide14.xml" Id="R1e75f9447fc84a25" /><Relationship Type="http://schemas.openxmlformats.org/officeDocument/2006/relationships/slide" Target="/ppt/slides/slide15.xml" Id="R4683a0a67a984c8c" /><Relationship Type="http://schemas.openxmlformats.org/officeDocument/2006/relationships/slide" Target="/ppt/slides/slide16.xml" Id="R7a5556f3b44c4c54" /><Relationship Type="http://schemas.openxmlformats.org/officeDocument/2006/relationships/slide" Target="/ppt/slides/slide17.xml" Id="Rb0b36a96c9eb4c26" /><Relationship Type="http://schemas.openxmlformats.org/officeDocument/2006/relationships/slide" Target="/ppt/slides/slide18.xml" Id="R5d2824419bab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9575c9890747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84a753643a4d32" /><Relationship Type="http://schemas.openxmlformats.org/officeDocument/2006/relationships/notesMaster" Target="/ppt/notesMasters/notesMaster1.xml" Id="R4760eac87f3140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79fb6ec1ab48f0" /><Relationship Type="http://schemas.openxmlformats.org/officeDocument/2006/relationships/notesMaster" Target="/ppt/notesMasters/notesMaster1.xml" Id="Rb911e81352d047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dcc5959d6d40bc" /><Relationship Type="http://schemas.openxmlformats.org/officeDocument/2006/relationships/notesMaster" Target="/ppt/notesMasters/notesMaster1.xml" Id="R45af2e779c6e4b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7a5498e19444ca" /><Relationship Type="http://schemas.openxmlformats.org/officeDocument/2006/relationships/notesMaster" Target="/ppt/notesMasters/notesMaster1.xml" Id="Rb7f16fba44ee4c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29aa969ff14347" /><Relationship Type="http://schemas.openxmlformats.org/officeDocument/2006/relationships/notesMaster" Target="/ppt/notesMasters/notesMaster1.xml" Id="Rf8b74d735d684d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e871fa56984fa3" /><Relationship Type="http://schemas.openxmlformats.org/officeDocument/2006/relationships/notesMaster" Target="/ppt/notesMasters/notesMaster1.xml" Id="R93c825affeb746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7134968db74be2" /><Relationship Type="http://schemas.openxmlformats.org/officeDocument/2006/relationships/notesMaster" Target="/ppt/notesMasters/notesMaster1.xml" Id="R1ce8b76fefd446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f2268895a04629" /><Relationship Type="http://schemas.openxmlformats.org/officeDocument/2006/relationships/notesMaster" Target="/ppt/notesMasters/notesMaster1.xml" Id="R4100f2456aa84d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0afcd2c1404300" /><Relationship Type="http://schemas.openxmlformats.org/officeDocument/2006/relationships/notesMaster" Target="/ppt/notesMasters/notesMaster1.xml" Id="Rc19a691348d042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e76c47b7fa47a2" /><Relationship Type="http://schemas.openxmlformats.org/officeDocument/2006/relationships/notesMaster" Target="/ppt/notesMasters/notesMaster1.xml" Id="R278c61fa0dd942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a74c5e13b740fa" /><Relationship Type="http://schemas.openxmlformats.org/officeDocument/2006/relationships/notesMaster" Target="/ppt/notesMasters/notesMaster1.xml" Id="R13101a7c060844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e2bab4ccac411c" /><Relationship Type="http://schemas.openxmlformats.org/officeDocument/2006/relationships/notesMaster" Target="/ppt/notesMasters/notesMaster1.xml" Id="Rd8680672890b48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0aebc054c745ed" /><Relationship Type="http://schemas.openxmlformats.org/officeDocument/2006/relationships/notesMaster" Target="/ppt/notesMasters/notesMaster1.xml" Id="Rcf5d3b591e2148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da46facdfb487d" /><Relationship Type="http://schemas.openxmlformats.org/officeDocument/2006/relationships/notesMaster" Target="/ppt/notesMasters/notesMaster1.xml" Id="Rf15a1c0e4e8841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90ae4991d34ba2" /><Relationship Type="http://schemas.openxmlformats.org/officeDocument/2006/relationships/notesMaster" Target="/ppt/notesMasters/notesMaster1.xml" Id="Re38a275e028e4e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6c97c78f544ed1" /><Relationship Type="http://schemas.openxmlformats.org/officeDocument/2006/relationships/notesMaster" Target="/ppt/notesMasters/notesMaster1.xml" Id="R079fde39c0ad4b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2f3866d2e94da9" /><Relationship Type="http://schemas.openxmlformats.org/officeDocument/2006/relationships/notesMaster" Target="/ppt/notesMasters/notesMaster1.xml" Id="Rbe61b7c3a46d43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2350e4f6d94649" /><Relationship Type="http://schemas.openxmlformats.org/officeDocument/2006/relationships/notesMaster" Target="/ppt/notesMasters/notesMaster1.xml" Id="R2441bdfee0974f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Mikrofonun xam siqnalına A-vəznləmə və qəbul edilmiş kalibrasiya ofseti tətbiq olunur. Sistem etibarlı nümunələr üzrə enerjini toplayır və on dəqiqəlik Leq hesablayır. DAY, EVE və NGT üçün nəticələr etibarlı ölçmə müddəti ilə çəkilən enerji ortasıdır. dB qiymətlərinin sadə ədədi ortası istifadə olunmur. Orta səviyyə ilə yanaşı, ən çox müşahidə olunan sinif və məlumat əhatəsi göstərilir. Mənbə: BSPRJ DB_CALIBRATION.md, DATA_DICTIONARY_RU.md və Google Sheets hesablamaları.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Yuxarıda ilkin təqdimatdakı real Summary ekranıdır. Orta dB(A) ilə birlikdə tipik səviyyə, onun payı və məlumat əhatəsi görünür. PARTIAL tam müşahidə olunmamış dövrü ayırır. Aşağıdakı rəqəmlər ayrıca T11 sınağına aiddir: 312 pəncərənin hamısında dB(A), 99–100 faiz etibarlı audio və sıfır klip. T11 lokal CSV və Sheets qiymətlərinin uyğunluğunu təsdiqləyir. Bunu fasiləsiz avtonom iş sübutu kimi təqdim etmirik. Mənbə: ilkin PPTX, image22.jpg; BSPRJ memory.md,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Vokzal yaxınlığında nəqliyyat və sərnişin hərəkəti gün ərzində dəyişir. Bu konsept həmin ərazidə səs səviyyəsinin zaman üzrə müşahidəsini göstərir. Məqsəd səsli aralıqları görmək və əlavə ölçmənin vaxtını seçməkdir. Sistem bu mərhələdə səs mənbəyini avtomatik tanımır. Vokzalda real quraşdırma və sınaq keçirilməyib.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Xəstəxana ətrafında ölçmə aparmaq yol tərəfdəki səsin gündüz və gecə necə dəyişdiyini göstərmək üçün mümkün tətbiqdir. Nəticələr ərazinin səs mənzərəsini təsvir edir. Bu slayd tibbi nəticə və ya sağlamlığa təsir sınağı təqdim etmir. Xəstəxana yanında real ölçmə hələ aparılmayıb.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Yaşlılar evi yaxınlığında davamlı müşahidə axşam və gecə səviyyələrini ayrıca göstərmək üçün faydalı tətbiq ssenarisidir. Gələcəkdə eyni qayda ilə məsələn, yolun təşkili dəyişməzdən əvvəl və sonra müqayisə aparmaq olar. Bu məkanlarda nəticə hələ toplanmayıb. Şəkil kompakt cihazın gələcək yerləşdirmə ideyasıdır.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1dee3e16b44b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f276daf4794a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a9e2e9f7504b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893ade0aaa4b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78ea4240c54a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20998c8a147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358BC0-2416-4AAB-A9EF-4DFE7B1222D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29990B-B535-41DB-A5B1-0640838624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172DE1-A6CC-4B6C-BD29-434E408A35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C72D0F-E2CD-4216-9805-8D0853935B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EEF906-4F76-449C-B526-746EDE2136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74B19B-B1C0-4FBD-A34D-98CE457D1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A0F827-A152-4942-BE5A-C7636B0FBC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2F825F-D586-4C6B-844E-BC2DA4980A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FF6FCE-3CF1-4A2D-98EE-6195F04C01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808111-1D6D-41DA-9B38-BF07525400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ab1b365d9949b4" /><Relationship Type="http://schemas.openxmlformats.org/officeDocument/2006/relationships/slideLayout" Target="/ppt/slideLayouts/slideLayout1.xml" Id="Rfa7210a089ea49bc" /><Relationship Type="http://schemas.openxmlformats.org/officeDocument/2006/relationships/slideLayout" Target="/ppt/slideLayouts/slideLayout2.xml" Id="R26f04eb672c84a14" /><Relationship Type="http://schemas.openxmlformats.org/officeDocument/2006/relationships/slideLayout" Target="/ppt/slideLayouts/slideLayout3.xml" Id="R289c5caa49d7443e" /><Relationship Type="http://schemas.openxmlformats.org/officeDocument/2006/relationships/slideLayout" Target="/ppt/slideLayouts/slideLayout4.xml" Id="R84ce22900dde4759" /><Relationship Type="http://schemas.openxmlformats.org/officeDocument/2006/relationships/slideLayout" Target="/ppt/slideLayouts/slideLayout5.xml" Id="Rd5db2f71de13441f" /><Relationship Type="http://schemas.openxmlformats.org/officeDocument/2006/relationships/slideLayout" Target="/ppt/slideLayouts/slideLayout6.xml" Id="Re914841319f84a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7210a089ea49bc"/>
    <p:sldLayoutId xmlns:r="http://schemas.openxmlformats.org/officeDocument/2006/relationships" id="2147483650" r:id="R26f04eb672c84a14"/>
    <p:sldLayoutId xmlns:r="http://schemas.openxmlformats.org/officeDocument/2006/relationships" id="2147483651" r:id="R289c5caa49d7443e"/>
    <p:sldLayoutId xmlns:r="http://schemas.openxmlformats.org/officeDocument/2006/relationships" id="2147483652" r:id="R84ce22900dde4759"/>
    <p:sldLayoutId xmlns:r="http://schemas.openxmlformats.org/officeDocument/2006/relationships" id="2147483653" r:id="Rd5db2f71de13441f"/>
    <p:sldLayoutId xmlns:r="http://schemas.openxmlformats.org/officeDocument/2006/relationships" id="2147483654" r:id="Re914841319f84a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3d66beb0c14f51" /><Relationship Type="http://schemas.openxmlformats.org/officeDocument/2006/relationships/image" Target="/ppt/media/image.jpeg" Id="R6d242a1febaa402b" /><Relationship Type="http://schemas.openxmlformats.org/officeDocument/2006/relationships/image" Target="/ppt/media/image.png" Id="R6c55f46561524805" /><Relationship Type="http://schemas.openxmlformats.org/officeDocument/2006/relationships/notesSlide" Target="/ppt/notesSlides/notesSlide1.xml" Id="R602240c6ef0144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c8e5750e6447f9" /><Relationship Type="http://schemas.openxmlformats.org/officeDocument/2006/relationships/image" Target="/ppt/media/image2.jpeg" Id="Re043b83086a9497c" /><Relationship Type="http://schemas.openxmlformats.org/officeDocument/2006/relationships/notesSlide" Target="/ppt/notesSlides/notesSlide2.xml" Id="Rc992443a9d6041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ac81f82d5c4419" /><Relationship Type="http://schemas.openxmlformats.org/officeDocument/2006/relationships/notesSlide" Target="/ppt/notesSlides/notesSlide3.xml" Id="R6d70e3fb05b943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7d9a5c914f434e" /><Relationship Type="http://schemas.openxmlformats.org/officeDocument/2006/relationships/notesSlide" Target="/ppt/notesSlides/notesSlide4.xml" Id="Rac835f9ec56641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b0be6a28c34bed" /><Relationship Type="http://schemas.openxmlformats.org/officeDocument/2006/relationships/image" Target="/ppt/media/image2.png" Id="R61fa492af2fd4a6c" /><Relationship Type="http://schemas.openxmlformats.org/officeDocument/2006/relationships/notesSlide" Target="/ppt/notesSlides/notesSlide5.xml" Id="R4584ef2d24894a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829df056b74536" /><Relationship Type="http://schemas.openxmlformats.org/officeDocument/2006/relationships/image" Target="/ppt/media/image3.png" Id="R34988f9194f64818" /><Relationship Type="http://schemas.openxmlformats.org/officeDocument/2006/relationships/notesSlide" Target="/ppt/notesSlides/notesSlide6.xml" Id="R8e80ce6edd8245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8b8b3dde2c4b6b" /><Relationship Type="http://schemas.openxmlformats.org/officeDocument/2006/relationships/image" Target="/ppt/media/image4.png" Id="R06c6aa9687ed44a9" /><Relationship Type="http://schemas.openxmlformats.org/officeDocument/2006/relationships/notesSlide" Target="/ppt/notesSlides/notesSlide7.xml" Id="Rf5abcc6770de4e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226cbf331c4549" /><Relationship Type="http://schemas.openxmlformats.org/officeDocument/2006/relationships/notesSlide" Target="/ppt/notesSlides/notesSlide8.xml" Id="R48d147e1826a40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ef875e15df7420c" /><Relationship Type="http://schemas.openxmlformats.org/officeDocument/2006/relationships/notesSlide" Target="/ppt/notesSlides/notesSlide9.xml" Id="R7def856c269d4c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e5da1f8f7b4adb" /><Relationship Type="http://schemas.openxmlformats.org/officeDocument/2006/relationships/chart" Target="/ppt/slides/charts/chart1.xml" Id="R632ff65516104d48" /><Relationship Type="http://schemas.openxmlformats.org/officeDocument/2006/relationships/notesSlide" Target="/ppt/notesSlides/notesSlide10.xml" Id="Rc37987b2d1444d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fa9f66c8cf4779" /><Relationship Type="http://schemas.openxmlformats.org/officeDocument/2006/relationships/image" Target="/ppt/media/image5.png" Id="R11c571fec5e34aca" /><Relationship Type="http://schemas.openxmlformats.org/officeDocument/2006/relationships/notesSlide" Target="/ppt/notesSlides/notesSlide11.xml" Id="R8e5852e1844c4f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f189c97a684c3e" /><Relationship Type="http://schemas.openxmlformats.org/officeDocument/2006/relationships/image" Target="/ppt/media/image3.jpeg" Id="Rd9204affb7b44fb6" /><Relationship Type="http://schemas.openxmlformats.org/officeDocument/2006/relationships/notesSlide" Target="/ppt/notesSlides/notesSlide12.xml" Id="R253c5c3b706943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e7edc1e9cfe4317" /><Relationship Type="http://schemas.openxmlformats.org/officeDocument/2006/relationships/image" Target="/ppt/media/image6.png" Id="R449bb260a2d14214" /><Relationship Type="http://schemas.openxmlformats.org/officeDocument/2006/relationships/notesSlide" Target="/ppt/notesSlides/notesSlide13.xml" Id="Rdf471717ad7341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0ba7d7182ef4121" /><Relationship Type="http://schemas.openxmlformats.org/officeDocument/2006/relationships/image" Target="/ppt/media/image7.png" Id="Ra03c067559aa41b8" /><Relationship Type="http://schemas.openxmlformats.org/officeDocument/2006/relationships/notesSlide" Target="/ppt/notesSlides/notesSlide14.xml" Id="Re3a28291cf094b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b79d36b566f4302" /><Relationship Type="http://schemas.openxmlformats.org/officeDocument/2006/relationships/image" Target="/ppt/media/image8.png" Id="R2cdcb97d6ad54bac" /><Relationship Type="http://schemas.openxmlformats.org/officeDocument/2006/relationships/notesSlide" Target="/ppt/notesSlides/notesSlide15.xml" Id="R0c599dce2eb44c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2d16193b6e64a5b" /><Relationship Type="http://schemas.openxmlformats.org/officeDocument/2006/relationships/image" Target="/ppt/media/image9.png" Id="R0fc2bcc1d3ef44a6" /><Relationship Type="http://schemas.openxmlformats.org/officeDocument/2006/relationships/notesSlide" Target="/ppt/notesSlides/notesSlide16.xml" Id="R5a5b03a1c2aa4d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5a32ee4a95142a3" /><Relationship Type="http://schemas.openxmlformats.org/officeDocument/2006/relationships/notesSlide" Target="/ppt/notesSlides/notesSlide17.xml" Id="R57a8658655d1447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0f248c364a438c" /><Relationship Type="http://schemas.openxmlformats.org/officeDocument/2006/relationships/notesSlide" Target="/ppt/notesSlides/notesSlide18.xml" Id="Rb2733c9cfb7e4c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FFC265-B5F4-4521-9159-1EBA4E2348E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01 / 18</a:t>
            </a:r>
          </a:p>
        </p:txBody>
      </p:sp>
      <p:pic>
        <p:nvPicPr>
          <p:cNvPr id="2" name="">
            <a:extLst xmlns:a="http://schemas.openxmlformats.org/drawingml/2006/main">
              <a:ext uri="{FF2B5EF4-FFF2-40B4-BE49-F238E27FC236}">
                <a16:creationId xmlns:a16="http://schemas.microsoft.com/office/drawing/2014/main" id="{C18C3F29-B2DE-4DAC-99F7-2C81C363540F}"/>
              </a:ext>
            </a:extLst>
          </p:cNvPr>
          <p:cNvPicPr>
            <a:picLocks xmlns:a="http://schemas.openxmlformats.org/drawingml/2006/main" noChangeAspect="1"/>
          </p:cNvPicPr>
          <p:nvPr/>
        </p:nvPicPr>
        <p:blipFill>
          <a:blip xmlns:r="http://schemas.openxmlformats.org/officeDocument/2006/relationships" xmlns:a="http://schemas.openxmlformats.org/drawingml/2006/main" r:embed="R6d242a1febaa402b"/>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269D29-410E-4455-BF02-F7453CB18C74}"/>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9474CE20-0A95-4837-AC29-074F92A97A4C}"/>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Şəhər mühitində</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səs monitorinqi</a:t>
            </a:r>
          </a:p>
        </p:txBody>
      </p:sp>
      <p:sp>
        <p:nvSpPr>
          <p:cNvPr id="5" name="">
            <a:extLst xmlns:a="http://schemas.openxmlformats.org/drawingml/2006/main">
              <a:ext uri="{FF2B5EF4-FFF2-40B4-BE49-F238E27FC236}">
                <a16:creationId xmlns:a16="http://schemas.microsoft.com/office/drawing/2014/main" id="{F3E6EEC2-C672-493A-8E1E-B88F51AD8019}"/>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215C4C9B-61F8-43DA-8738-08B86B0903C5}"/>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873D8FAB-393F-4444-AAAE-1B9CE04574B9}"/>
              </a:ext>
            </a:extLst>
          </p:cNvPr>
          <p:cNvPicPr>
            <a:picLocks xmlns:a="http://schemas.openxmlformats.org/drawingml/2006/main" noChangeAspect="1"/>
          </p:cNvPicPr>
          <p:nvPr/>
        </p:nvPicPr>
        <p:blipFill>
          <a:blip xmlns:r="http://schemas.openxmlformats.org/officeDocument/2006/relationships" xmlns:a="http://schemas.openxmlformats.org/drawingml/2006/main" r:embed="R6c55f46561524805"/>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798928834"/>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1C19F5-42AD-435B-AA6F-C1B2301543C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164CD605-0B64-45B4-8239-DB81C75193D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02 / 18</a:t>
            </a:r>
          </a:p>
        </p:txBody>
      </p:sp>
      <p:pic>
        <p:nvPicPr>
          <p:cNvPr id="3" name="">
            <a:extLst xmlns:a="http://schemas.openxmlformats.org/drawingml/2006/main">
              <a:ext uri="{FF2B5EF4-FFF2-40B4-BE49-F238E27FC236}">
                <a16:creationId xmlns:a16="http://schemas.microsoft.com/office/drawing/2014/main" id="{62FB5E3E-D811-4BB9-9401-661A3ED8F31C}"/>
              </a:ext>
            </a:extLst>
          </p:cNvPr>
          <p:cNvPicPr>
            <a:picLocks xmlns:a="http://schemas.openxmlformats.org/drawingml/2006/main" noChangeAspect="1"/>
          </p:cNvPicPr>
          <p:nvPr/>
        </p:nvPicPr>
        <p:blipFill>
          <a:blip xmlns:r="http://schemas.openxmlformats.org/officeDocument/2006/relationships" xmlns:a="http://schemas.openxmlformats.org/drawingml/2006/main" r:embed="Re043b83086a9497c"/>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092ED3-810C-4995-B0E6-D8BCC2134167}"/>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A10F710F-9B48-4F08-8DEB-0769C90D3E13}"/>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35A6C897-04D3-42FF-983D-9DDD565B2AB4}"/>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7AFF642B-6686-4B51-A6C5-99FC2C46622A}"/>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1518621321"/>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DA8067-E46A-4035-B9C9-0BBE755C949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436E1875-6C54-4C9C-AE13-8194ED56BEF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03 / 18</a:t>
            </a:r>
          </a:p>
        </p:txBody>
      </p:sp>
      <p:sp>
        <p:nvSpPr>
          <p:cNvPr id="3" name="">
            <a:extLst xmlns:a="http://schemas.openxmlformats.org/drawingml/2006/main">
              <a:ext uri="{FF2B5EF4-FFF2-40B4-BE49-F238E27FC236}">
                <a16:creationId xmlns:a16="http://schemas.microsoft.com/office/drawing/2014/main" id="{FFDE2688-54EF-4829-A3B8-E57307A3C8C6}"/>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2C49AE54-1A12-4B53-A0A8-EE7F3A5F3190}"/>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88787C32-72CE-41A5-AD5F-9F108164EC70}"/>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0137D1FA-93C4-4F9B-9979-2CC094441E56}"/>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C3C255B2-6744-4931-883F-C407B09B7D07}"/>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F328975B-795F-46E3-A1E5-D48C24ECF576}"/>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830799240"/>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5208C3-2D90-40E8-8C9A-BB2B40094B4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FD01E037-3097-4A2C-8735-65C4473298A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04 / 18</a:t>
            </a:r>
          </a:p>
        </p:txBody>
      </p:sp>
      <p:sp>
        <p:nvSpPr>
          <p:cNvPr id="3" name="">
            <a:extLst xmlns:a="http://schemas.openxmlformats.org/drawingml/2006/main">
              <a:ext uri="{FF2B5EF4-FFF2-40B4-BE49-F238E27FC236}">
                <a16:creationId xmlns:a16="http://schemas.microsoft.com/office/drawing/2014/main" id="{80652CA0-023A-438F-9C36-CB2926637853}"/>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E4CF65BF-CB29-4291-AEB8-960C49471E95}"/>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F12F4A49-65EA-4265-8BC5-1ED12B6F25C4}"/>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DCBC7CD0-BD26-49A9-BBA6-CBE1E83493D9}"/>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C063D0C0-BC89-488B-A6FE-18D32EA6E10E}"/>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05213708-3DF4-4FBC-BA11-77C5027C704D}"/>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3CCE9BB3-755E-4255-83B6-DEA509CFF29A}"/>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52D08001-126D-4DE3-880D-F7EB61A53B14}"/>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1009188525"/>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48CC05-0477-4EAF-A281-A5F11BCEC71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79C8F767-3E36-4357-9890-776182244F5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05 / 18</a:t>
            </a:r>
          </a:p>
        </p:txBody>
      </p:sp>
      <p:pic>
        <p:nvPicPr>
          <p:cNvPr id="3" name="">
            <a:extLst xmlns:a="http://schemas.openxmlformats.org/drawingml/2006/main">
              <a:ext uri="{FF2B5EF4-FFF2-40B4-BE49-F238E27FC236}">
                <a16:creationId xmlns:a16="http://schemas.microsoft.com/office/drawing/2014/main" id="{EBA731B0-494B-4A83-8A1E-1064964EB5DA}"/>
              </a:ext>
            </a:extLst>
          </p:cNvPr>
          <p:cNvPicPr>
            <a:picLocks xmlns:a="http://schemas.openxmlformats.org/drawingml/2006/main" noChangeAspect="1"/>
          </p:cNvPicPr>
          <p:nvPr/>
        </p:nvPicPr>
        <p:blipFill>
          <a:blip xmlns:r="http://schemas.openxmlformats.org/officeDocument/2006/relationships" xmlns:a="http://schemas.openxmlformats.org/drawingml/2006/main" r:embed="R61fa492af2fd4a6c"/>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CDD80C-8DE7-48F0-A9D8-7E522C4A4778}"/>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BFF4BF7E-DD1D-48AC-B300-3806A75140AD}"/>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6EAD0FE7-B5CD-4BE7-BE4F-E7D84C36B18F}"/>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9C785D88-B251-4517-BD42-6CC50C27102E}"/>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167049736"/>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2D31D3-A712-4B87-B495-8652FC798A89}"/>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17CA2DB0-7D7D-4C16-87B0-AD72F92FF5DC}"/>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06 / 18</a:t>
            </a:r>
          </a:p>
        </p:txBody>
      </p:sp>
      <p:pic>
        <p:nvPicPr>
          <p:cNvPr id="3" name="">
            <a:extLst xmlns:a="http://schemas.openxmlformats.org/drawingml/2006/main">
              <a:ext uri="{FF2B5EF4-FFF2-40B4-BE49-F238E27FC236}">
                <a16:creationId xmlns:a16="http://schemas.microsoft.com/office/drawing/2014/main" id="{01FA6A39-BB40-4427-9DE6-3B556C04DF93}"/>
              </a:ext>
            </a:extLst>
          </p:cNvPr>
          <p:cNvPicPr>
            <a:picLocks xmlns:a="http://schemas.openxmlformats.org/drawingml/2006/main" noChangeAspect="1"/>
          </p:cNvPicPr>
          <p:nvPr/>
        </p:nvPicPr>
        <p:blipFill>
          <a:blip xmlns:r="http://schemas.openxmlformats.org/officeDocument/2006/relationships" xmlns:a="http://schemas.openxmlformats.org/drawingml/2006/main" r:embed="R34988f9194f64818"/>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C1C4E2-293F-445F-A810-6DA283C8CE1F}"/>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0F2CB987-5818-4130-81E9-3930B84862F8}"/>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B368FF3E-0EBD-45C8-AAFE-F94046A53E43}"/>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1DA8E7DE-0633-4E47-BF6D-4497E23655E2}"/>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1777641911"/>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506C4D-7877-4ACF-9317-F1A9BA1B5C2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34C21D6E-7EB6-4474-9507-1B0CF283794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07 / 18</a:t>
            </a:r>
          </a:p>
        </p:txBody>
      </p:sp>
      <p:pic>
        <p:nvPicPr>
          <p:cNvPr id="3" name="">
            <a:extLst xmlns:a="http://schemas.openxmlformats.org/drawingml/2006/main">
              <a:ext uri="{FF2B5EF4-FFF2-40B4-BE49-F238E27FC236}">
                <a16:creationId xmlns:a16="http://schemas.microsoft.com/office/drawing/2014/main" id="{A63EA6B6-A628-45FE-8C9C-796CD6F83891}"/>
              </a:ext>
            </a:extLst>
          </p:cNvPr>
          <p:cNvPicPr>
            <a:picLocks xmlns:a="http://schemas.openxmlformats.org/drawingml/2006/main" noChangeAspect="1"/>
          </p:cNvPicPr>
          <p:nvPr/>
        </p:nvPicPr>
        <p:blipFill>
          <a:blip xmlns:r="http://schemas.openxmlformats.org/officeDocument/2006/relationships" xmlns:a="http://schemas.openxmlformats.org/drawingml/2006/main" r:embed="R06c6aa9687ed44a9"/>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C7D3E3-0328-49C0-819A-C98E932D7619}"/>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defRPr sz="1725" b="1">
                <a:solidFill>
                  <a:srgbClr val="008F95"/>
                </a:solidFill>
                <a:latin typeface="Arial"/>
                <a:ea typeface="Arial"/>
                <a:cs typeface="Arial"/>
              </a:defRPr>
            </a:pPr>
            <a:r>
              <a:rPr sz="1725" b="1">
                <a:solidFill>
                  <a:srgbClr val="008F95"/>
                </a:solidFill>
                <a:latin typeface="Arial"/>
                <a:ea typeface="Arial"/>
                <a:cs typeface="Arial"/>
              </a:rPr>
              <a:t>Panel, batareya və yük ayrıca izlənir. Şarj tənzimlənməsi ayrıca yoxlanmalıdır.</a:t>
            </a:r>
          </a:p>
        </p:txBody>
      </p:sp>
    </p:spTree>
    <p:extLst>
      <p:ext uri="{BB962C8B-B14F-4D97-AF65-F5344CB8AC3E}">
        <p14:creationId xmlns:p14="http://schemas.microsoft.com/office/powerpoint/2010/main" val="2036028465"/>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C6A659-C622-4A2E-B9BD-8FAC3ACCFC7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315AC994-2C87-4CCD-9C93-55369140AA8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08 / 18</a:t>
            </a:r>
          </a:p>
        </p:txBody>
      </p:sp>
      <p:sp>
        <p:nvSpPr>
          <p:cNvPr id="3" name="">
            <a:extLst xmlns:a="http://schemas.openxmlformats.org/drawingml/2006/main">
              <a:ext uri="{FF2B5EF4-FFF2-40B4-BE49-F238E27FC236}">
                <a16:creationId xmlns:a16="http://schemas.microsoft.com/office/drawing/2014/main" id="{E2804A7C-4D58-4281-AF58-E86F3A535F85}"/>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A65E07DC-8318-4FB6-8AB3-FE16ADE7E02E}"/>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D62189D7-3125-4E3D-A27C-7BEDA49581BF}"/>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07F33B9C-EF31-4A81-A42B-06264F6F1453}"/>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B857378E-8511-4B1B-9299-FE31E79DF570}"/>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D0730F3E-C97D-4F59-88C4-41F65E1FE8E4}"/>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121E6B3D-B9B9-405F-92F2-5D6F67E2FC29}"/>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6856F15E-3DEA-4453-8E66-9D449DCE159E}"/>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8172469D-8E66-497E-ADB5-F4C67D6D08FD}"/>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12E8B5F9-B6D9-4654-B538-A88890F2C6E6}"/>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64457B67-30C0-4470-BF7E-1490B83C7EE1}"/>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1848356860"/>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28E57A-0DB6-40EF-B825-80A2F190BD2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CF4039D8-FCA7-4A3F-9AEB-72541D3EA6D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09 / 18</a:t>
            </a:r>
          </a:p>
        </p:txBody>
      </p:sp>
      <p:sp>
        <p:nvSpPr>
          <p:cNvPr id="3" name="">
            <a:extLst xmlns:a="http://schemas.openxmlformats.org/drawingml/2006/main">
              <a:ext uri="{FF2B5EF4-FFF2-40B4-BE49-F238E27FC236}">
                <a16:creationId xmlns:a16="http://schemas.microsoft.com/office/drawing/2014/main" id="{5307CEAF-FB6C-4C66-B059-29C7C091908C}"/>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06C55CDB-948B-4717-A436-6384A9CAE141}"/>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9D54F62C-576A-49EA-86D0-673DBBB6CDB1}"/>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B029BBE2-238C-4E36-8F93-E7BD6BA7804C}"/>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CF332BA8-BF26-4CD5-9837-38282F475B3B}"/>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6A2079A4-EA8C-45BC-9FBE-1C72BD0F5F41}"/>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ABCFF146-EDB7-416E-BB28-4914DEAA6EF4}"/>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69497638"/>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4E4B50-6E8A-4F91-B746-9C1848DCCB81}"/>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7BBAE5E0-3DA5-4584-B146-DDB1CA52AD4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10 / 18</a:t>
            </a:r>
          </a:p>
        </p:txBody>
      </p:sp>
      <p:sp>
        <p:nvSpPr>
          <p:cNvPr id="3" name="">
            <a:extLst xmlns:a="http://schemas.openxmlformats.org/drawingml/2006/main">
              <a:ext uri="{FF2B5EF4-FFF2-40B4-BE49-F238E27FC236}">
                <a16:creationId xmlns:a16="http://schemas.microsoft.com/office/drawing/2014/main" id="{65D063D2-49C3-4960-B36C-8B3A68450C02}"/>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20C5AB1C-692C-43A6-84B6-BD2D266E1036}"/>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632ff65516104d48"/>
          </a:graphicData>
        </a:graphic>
      </p:graphicFrame>
      <p:sp>
        <p:nvSpPr>
          <p:cNvPr id="5" name="">
            <a:extLst xmlns:a="http://schemas.openxmlformats.org/drawingml/2006/main">
              <a:ext uri="{FF2B5EF4-FFF2-40B4-BE49-F238E27FC236}">
                <a16:creationId xmlns:a16="http://schemas.microsoft.com/office/drawing/2014/main" id="{980619D3-FB3D-4233-9E69-2F4BE6485D51}"/>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1B180765-8F3D-4C8D-88D8-F1FEEC8C6CDF}"/>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D2606A99-E68C-45A7-A6F5-7312C563C54C}"/>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70228BC2-26AD-4666-ACE5-D627AECCC27A}"/>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656279961"/>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D8FF79-3842-404F-A3E3-B53B40E8E7D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07B8F57D-B343-40A6-80A3-EA2F20D21EC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11 / 18</a:t>
            </a:r>
          </a:p>
        </p:txBody>
      </p:sp>
      <p:pic>
        <p:nvPicPr>
          <p:cNvPr id="3" name="">
            <a:extLst xmlns:a="http://schemas.openxmlformats.org/drawingml/2006/main">
              <a:ext uri="{FF2B5EF4-FFF2-40B4-BE49-F238E27FC236}">
                <a16:creationId xmlns:a16="http://schemas.microsoft.com/office/drawing/2014/main" id="{E8B60EEE-EA35-46A2-A875-43B4C59EC32C}"/>
              </a:ext>
            </a:extLst>
          </p:cNvPr>
          <p:cNvPicPr>
            <a:picLocks xmlns:a="http://schemas.openxmlformats.org/drawingml/2006/main" noChangeAspect="1"/>
          </p:cNvPicPr>
          <p:nvPr/>
        </p:nvPicPr>
        <p:blipFill>
          <a:blip xmlns:r="http://schemas.openxmlformats.org/officeDocument/2006/relationships" xmlns:a="http://schemas.openxmlformats.org/drawingml/2006/main" r:embed="R11c571fec5e34aca"/>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33F10F-44F0-4199-9EE5-503E8F619FDD}"/>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3F373C94-F96D-4C3F-B2E7-C527DCAA503A}"/>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B4768BDE-AFEC-434C-B639-28E3C4F4BFCF}"/>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53BF2CC1-FFB9-4C20-AF2B-372CE67D7D31}"/>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661873416"/>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DE47DA-BD67-464A-9EE6-86DCA2918AEF}"/>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27A4D539-B22B-4CEC-91FE-C228945A771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12 / 18</a:t>
            </a:r>
          </a:p>
        </p:txBody>
      </p:sp>
      <p:pic>
        <p:nvPicPr>
          <p:cNvPr id="3" name="">
            <a:extLst xmlns:a="http://schemas.openxmlformats.org/drawingml/2006/main">
              <a:ext uri="{FF2B5EF4-FFF2-40B4-BE49-F238E27FC236}">
                <a16:creationId xmlns:a16="http://schemas.microsoft.com/office/drawing/2014/main" id="{A0ED4399-5F2A-4231-803E-15D7A5E47D11}"/>
              </a:ext>
            </a:extLst>
          </p:cNvPr>
          <p:cNvPicPr>
            <a:picLocks xmlns:a="http://schemas.openxmlformats.org/drawingml/2006/main" noChangeAspect="1"/>
          </p:cNvPicPr>
          <p:nvPr/>
        </p:nvPicPr>
        <p:blipFill>
          <a:blip xmlns:r="http://schemas.openxmlformats.org/officeDocument/2006/relationships" xmlns:a="http://schemas.openxmlformats.org/drawingml/2006/main" r:embed="Rd9204affb7b44fb6"/>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26EBA1B-DE09-4BE8-AEA2-377749E550C1}"/>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E9115D8F-7AEE-410E-9F74-A9266CD2724F}"/>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9CC0ED8B-3CD8-439F-9723-2F5C463D5E73}"/>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45A1DEAA-7305-43CF-8F64-20778C644F17}"/>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0201723D-D570-4566-AE40-75FA23EB3F2F}"/>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1858667996"/>
      </p:ext>
    </p:extLst>
  </p:cSld>
</p:sld>
</file>

<file path=ppt/slides/slide13.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4973E3-B084-45DA-907B-A258E189DD4D}"/>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13 / 18</a:t>
            </a:r>
          </a:p>
        </p:txBody>
      </p:sp>
      <p:pic>
        <p:nvPicPr>
          <p:cNvPr id="2" name="">
            <a:extLst xmlns:a="http://schemas.openxmlformats.org/drawingml/2006/main">
              <a:ext uri="{FF2B5EF4-FFF2-40B4-BE49-F238E27FC236}">
                <a16:creationId xmlns:a16="http://schemas.microsoft.com/office/drawing/2014/main" id="{F9B907BC-5B20-46A2-B7A8-644D946A283A}"/>
              </a:ext>
            </a:extLst>
          </p:cNvPr>
          <p:cNvPicPr>
            <a:picLocks xmlns:a="http://schemas.openxmlformats.org/drawingml/2006/main" noChangeAspect="1"/>
          </p:cNvPicPr>
          <p:nvPr/>
        </p:nvPicPr>
        <p:blipFill>
          <a:blip xmlns:r="http://schemas.openxmlformats.org/officeDocument/2006/relationships" xmlns:a="http://schemas.openxmlformats.org/drawingml/2006/main" r:embed="R449bb260a2d14214"/>
          <a:srcRect xmlns:a="http://schemas.openxmlformats.org/drawingml/2006/main" l="21782" t="0" r="21782" b="0"/>
          <a:stretch xmlns:a="http://schemas.openxmlformats.org/drawingml/2006/main">
            <a:fillRect l="0" t="0" r="0" b="0"/>
          </a:stretch>
        </p:blipFill>
        <p:spPr>
          <a:xfrm xmlns:a="http://schemas.openxmlformats.org/drawingml/2006/main">
            <a:off x="5314950" y="0"/>
            <a:ext cx="68770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EDACD4-93E0-4DC0-BB06-851C56BDCAA4}"/>
              </a:ext>
            </a:extLst>
          </p:cNvPr>
          <p:cNvSpPr>
            <a:spLocks xmlns:a="http://schemas.openxmlformats.org/drawingml/2006/main" noGrp="1"/>
          </p:cNvSpPr>
          <p:nvPr/>
        </p:nvSpPr>
        <p:spPr>
          <a:xfrm xmlns:a="http://schemas.openxmlformats.org/drawingml/2006/main">
            <a:off x="609600" y="771525"/>
            <a:ext cx="4429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Məktəb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BC6809AE-2826-494C-8C2D-53D91C68A773}"/>
              </a:ext>
            </a:extLst>
          </p:cNvPr>
          <p:cNvSpPr>
            <a:spLocks xmlns:a="http://schemas.openxmlformats.org/drawingml/2006/main" noGrp="1"/>
          </p:cNvSpPr>
          <p:nvPr/>
        </p:nvSpPr>
        <p:spPr>
          <a:xfrm xmlns:a="http://schemas.openxmlformats.org/drawingml/2006/main">
            <a:off x="609600" y="2647950"/>
            <a:ext cx="4391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quraşdırma</a:t>
            </a:r>
          </a:p>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konsepti</a:t>
            </a:r>
          </a:p>
        </p:txBody>
      </p:sp>
      <p:sp>
        <p:nvSpPr>
          <p:cNvPr id="5" name="">
            <a:extLst xmlns:a="http://schemas.openxmlformats.org/drawingml/2006/main">
              <a:ext uri="{FF2B5EF4-FFF2-40B4-BE49-F238E27FC236}">
                <a16:creationId xmlns:a16="http://schemas.microsoft.com/office/drawing/2014/main" id="{21B3F6AF-9DAF-4D8D-9C1D-CC8C9A07D237}"/>
              </a:ext>
            </a:extLst>
          </p:cNvPr>
          <p:cNvSpPr>
            <a:spLocks xmlns:a="http://schemas.openxmlformats.org/drawingml/2006/main" noGrp="1"/>
          </p:cNvSpPr>
          <p:nvPr/>
        </p:nvSpPr>
        <p:spPr>
          <a:xfrm xmlns:a="http://schemas.openxmlformats.org/drawingml/2006/main">
            <a:off x="609600" y="3943350"/>
            <a:ext cx="4391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Kiçik günəş paneli</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Qorunan korpus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Zaman üzrə ölçmələr</a:t>
            </a:r>
          </a:p>
        </p:txBody>
      </p:sp>
      <p:sp>
        <p:nvSpPr>
          <p:cNvPr id="6" name="">
            <a:extLst xmlns:a="http://schemas.openxmlformats.org/drawingml/2006/main">
              <a:ext uri="{FF2B5EF4-FFF2-40B4-BE49-F238E27FC236}">
                <a16:creationId xmlns:a16="http://schemas.microsoft.com/office/drawing/2014/main" id="{0365D59A-F309-405E-B6D7-619B44241E2D}"/>
              </a:ext>
            </a:extLst>
          </p:cNvPr>
          <p:cNvSpPr>
            <a:spLocks xmlns:a="http://schemas.openxmlformats.org/drawingml/2006/main" noGrp="1"/>
          </p:cNvSpPr>
          <p:nvPr/>
        </p:nvSpPr>
        <p:spPr>
          <a:xfrm xmlns:a="http://schemas.openxmlformats.org/drawingml/2006/main">
            <a:off x="609600" y="5857875"/>
            <a:ext cx="4391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556603178"/>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084F74-D363-4843-AAF9-A1127B1152D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14 / 18</a:t>
            </a:r>
          </a:p>
        </p:txBody>
      </p:sp>
      <p:pic>
        <p:nvPicPr>
          <p:cNvPr id="2" name="">
            <a:extLst xmlns:a="http://schemas.openxmlformats.org/drawingml/2006/main">
              <a:ext uri="{FF2B5EF4-FFF2-40B4-BE49-F238E27FC236}">
                <a16:creationId xmlns:a16="http://schemas.microsoft.com/office/drawing/2014/main" id="{943FDA43-EB41-4988-8289-39C968872459}"/>
              </a:ext>
            </a:extLst>
          </p:cNvPr>
          <p:cNvPicPr>
            <a:picLocks xmlns:a="http://schemas.openxmlformats.org/drawingml/2006/main" noChangeAspect="1"/>
          </p:cNvPicPr>
          <p:nvPr/>
        </p:nvPicPr>
        <p:blipFill>
          <a:blip xmlns:r="http://schemas.openxmlformats.org/officeDocument/2006/relationships" xmlns:a="http://schemas.openxmlformats.org/drawingml/2006/main" r:embed="Ra03c067559aa41b8"/>
          <a:srcRect xmlns:a="http://schemas.openxmlformats.org/drawingml/2006/main" l="21782" t="0" r="21782" b="0"/>
          <a:stretch xmlns:a="http://schemas.openxmlformats.org/drawingml/2006/main">
            <a:fillRect l="0" t="0" r="0" b="0"/>
          </a:stretch>
        </p:blipFill>
        <p:spPr>
          <a:xfrm xmlns:a="http://schemas.openxmlformats.org/drawingml/2006/main">
            <a:off x="5314950" y="0"/>
            <a:ext cx="68770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2FE28F6-C731-4E89-BB84-E39D5DD1903D}"/>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Vokzal ətrafında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5FE20E35-2D48-4B41-A531-87C71F3A6C02}"/>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0CEB946D-4D2C-42BA-945C-691628D83481}"/>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Günün səsli vaxtları</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Pik səviyyələrin izlənməsi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Təkrar ölçmə üçün vaxt seçimi</a:t>
            </a:r>
          </a:p>
        </p:txBody>
      </p:sp>
      <p:sp>
        <p:nvSpPr>
          <p:cNvPr id="6" name="">
            <a:extLst xmlns:a="http://schemas.openxmlformats.org/drawingml/2006/main">
              <a:ext uri="{FF2B5EF4-FFF2-40B4-BE49-F238E27FC236}">
                <a16:creationId xmlns:a16="http://schemas.microsoft.com/office/drawing/2014/main" id="{564D9276-81EC-4B29-ACC7-08F474B618F0}"/>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40268660"/>
      </p:ext>
    </p:extLst>
  </p:cSld>
</p:sld>
</file>

<file path=ppt/slides/slide15.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087469-2A4F-420C-8D48-F9853708C8CF}"/>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15 / 18</a:t>
            </a:r>
          </a:p>
        </p:txBody>
      </p:sp>
      <p:pic>
        <p:nvPicPr>
          <p:cNvPr id="2" name="">
            <a:extLst xmlns:a="http://schemas.openxmlformats.org/drawingml/2006/main">
              <a:ext uri="{FF2B5EF4-FFF2-40B4-BE49-F238E27FC236}">
                <a16:creationId xmlns:a16="http://schemas.microsoft.com/office/drawing/2014/main" id="{3AC855DD-AC8A-4033-BE0B-2DD82FFC8AE4}"/>
              </a:ext>
            </a:extLst>
          </p:cNvPr>
          <p:cNvPicPr>
            <a:picLocks xmlns:a="http://schemas.openxmlformats.org/drawingml/2006/main" noChangeAspect="1"/>
          </p:cNvPicPr>
          <p:nvPr/>
        </p:nvPicPr>
        <p:blipFill>
          <a:blip xmlns:r="http://schemas.openxmlformats.org/officeDocument/2006/relationships" xmlns:a="http://schemas.openxmlformats.org/drawingml/2006/main" r:embed="R2cdcb97d6ad54bac"/>
          <a:srcRect xmlns:a="http://schemas.openxmlformats.org/drawingml/2006/main" l="21782" t="0" r="21782" b="0"/>
          <a:stretch xmlns:a="http://schemas.openxmlformats.org/drawingml/2006/main">
            <a:fillRect l="0" t="0" r="0" b="0"/>
          </a:stretch>
        </p:blipFill>
        <p:spPr>
          <a:xfrm xmlns:a="http://schemas.openxmlformats.org/drawingml/2006/main">
            <a:off x="5314950" y="0"/>
            <a:ext cx="68770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0BF093-0D06-438E-9342-36EB85E8ECE6}"/>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Xəstəxana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17B1CB97-2C03-4753-917D-562D4C728E47}"/>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30E51BAF-0564-405A-81EA-276D55921838}"/>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Yol tərəfinin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Gündüz–gecə müqayisəsi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Daha sakit aralıqların müəyyən edilməsi</a:t>
            </a:r>
          </a:p>
        </p:txBody>
      </p:sp>
      <p:sp>
        <p:nvSpPr>
          <p:cNvPr id="6" name="">
            <a:extLst xmlns:a="http://schemas.openxmlformats.org/drawingml/2006/main">
              <a:ext uri="{FF2B5EF4-FFF2-40B4-BE49-F238E27FC236}">
                <a16:creationId xmlns:a16="http://schemas.microsoft.com/office/drawing/2014/main" id="{2718E803-8A3D-4D92-A5BD-DE10690516EF}"/>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2125863763"/>
      </p:ext>
    </p:extLst>
  </p:cSld>
</p:sld>
</file>

<file path=ppt/slides/slide16.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57B0ED-F1E0-4B6B-AE0A-072F3687209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16 / 18</a:t>
            </a:r>
          </a:p>
        </p:txBody>
      </p:sp>
      <p:pic>
        <p:nvPicPr>
          <p:cNvPr id="2" name="">
            <a:extLst xmlns:a="http://schemas.openxmlformats.org/drawingml/2006/main">
              <a:ext uri="{FF2B5EF4-FFF2-40B4-BE49-F238E27FC236}">
                <a16:creationId xmlns:a16="http://schemas.microsoft.com/office/drawing/2014/main" id="{3A63250C-1781-40BA-AF9B-D0C73D7B200E}"/>
              </a:ext>
            </a:extLst>
          </p:cNvPr>
          <p:cNvPicPr>
            <a:picLocks xmlns:a="http://schemas.openxmlformats.org/drawingml/2006/main" noChangeAspect="1"/>
          </p:cNvPicPr>
          <p:nvPr/>
        </p:nvPicPr>
        <p:blipFill>
          <a:blip xmlns:r="http://schemas.openxmlformats.org/officeDocument/2006/relationships" xmlns:a="http://schemas.openxmlformats.org/drawingml/2006/main" r:embed="R0fc2bcc1d3ef44a6"/>
          <a:srcRect xmlns:a="http://schemas.openxmlformats.org/drawingml/2006/main" l="21782" t="0" r="21782" b="0"/>
          <a:stretch xmlns:a="http://schemas.openxmlformats.org/drawingml/2006/main">
            <a:fillRect l="0" t="0" r="0" b="0"/>
          </a:stretch>
        </p:blipFill>
        <p:spPr>
          <a:xfrm xmlns:a="http://schemas.openxmlformats.org/drawingml/2006/main">
            <a:off x="5314950" y="0"/>
            <a:ext cx="68770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B57883E-6051-4BBC-96BC-D4F6E2A52167}"/>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Yaşlılar evi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48FCDB2D-FFCE-4343-892B-6CEBF4E0B2DC}"/>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E3507743-B305-4CF1-9407-5BC698E6AA31}"/>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Yaşayış ərazisinin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Axşam və gecə səviyyələri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Dəyişiklikdən əvvəl və sonra müqayisə</a:t>
            </a:r>
          </a:p>
        </p:txBody>
      </p:sp>
      <p:sp>
        <p:nvSpPr>
          <p:cNvPr id="6" name="">
            <a:extLst xmlns:a="http://schemas.openxmlformats.org/drawingml/2006/main">
              <a:ext uri="{FF2B5EF4-FFF2-40B4-BE49-F238E27FC236}">
                <a16:creationId xmlns:a16="http://schemas.microsoft.com/office/drawing/2014/main" id="{929E62CE-A305-4AC7-B599-B07B580E42F3}"/>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85237440"/>
      </p:ext>
    </p:extLst>
  </p:cSld>
</p:sld>
</file>

<file path=ppt/slides/slide17.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DA37BC-E230-4EEA-9A50-D3EA5C4A66C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6ED47535-AF64-49E0-8070-490F1DF1A8C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17 / 18</a:t>
            </a:r>
          </a:p>
        </p:txBody>
      </p:sp>
      <p:sp>
        <p:nvSpPr>
          <p:cNvPr id="3" name="">
            <a:extLst xmlns:a="http://schemas.openxmlformats.org/drawingml/2006/main">
              <a:ext uri="{FF2B5EF4-FFF2-40B4-BE49-F238E27FC236}">
                <a16:creationId xmlns:a16="http://schemas.microsoft.com/office/drawing/2014/main" id="{7771A9EC-B538-4D0D-A385-49AEBEB01535}"/>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5456447B-F3BA-45B2-931A-14BAF06F0D19}"/>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E0C0ED3D-2DE5-4A1A-BDBF-EEF89DF466B0}"/>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D5A2127F-F76C-4471-A506-3CFBF32EB7A3}"/>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50CE4755-C438-47CA-94E3-DEABA78B3335}"/>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8D9EC11A-C655-41DF-A21A-C4AC532DCC86}"/>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682308315"/>
      </p:ext>
    </p:extLst>
  </p:cSld>
</p:sld>
</file>

<file path=ppt/slides/slide18.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1A4F0F-454E-4C6E-B82F-547B0BFA2C4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6282551F-99EC-46B6-BC21-678618210AC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18 / 18</a:t>
            </a:r>
          </a:p>
        </p:txBody>
      </p:sp>
      <p:sp>
        <p:nvSpPr>
          <p:cNvPr id="3" name="">
            <a:extLst xmlns:a="http://schemas.openxmlformats.org/drawingml/2006/main">
              <a:ext uri="{FF2B5EF4-FFF2-40B4-BE49-F238E27FC236}">
                <a16:creationId xmlns:a16="http://schemas.microsoft.com/office/drawing/2014/main" id="{6D247C81-3FA6-4495-A0B2-CDDAD60DDA37}"/>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413758BD-2B8A-41F2-BDC1-12C2F524B582}"/>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9F9CF8D3-0A0D-4811-A270-478EE521700F}"/>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767E54A7-91F6-4167-A56F-EF83F9E0C8BD}"/>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224FF420-0F73-47EE-9249-FE28AEC0890D}"/>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1812466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2026-10-11T13:42:31.1980000Z</dcterms:created>
  <dcterms:modified xsi:type="dcterms:W3CDTF">2026-10-11T13:42:31.1980000Z</dcterms:modified>
</coreProperties>
</file>